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7"/>
  </p:notesMasterIdLst>
  <p:sldIdLst>
    <p:sldId id="401" r:id="rId2"/>
    <p:sldId id="434" r:id="rId3"/>
    <p:sldId id="435" r:id="rId4"/>
    <p:sldId id="426" r:id="rId5"/>
    <p:sldId id="429" r:id="rId6"/>
    <p:sldId id="428" r:id="rId7"/>
    <p:sldId id="427" r:id="rId8"/>
    <p:sldId id="430" r:id="rId9"/>
    <p:sldId id="433" r:id="rId10"/>
    <p:sldId id="407" r:id="rId11"/>
    <p:sldId id="436" r:id="rId12"/>
    <p:sldId id="404" r:id="rId13"/>
    <p:sldId id="406" r:id="rId14"/>
    <p:sldId id="411" r:id="rId15"/>
    <p:sldId id="437" r:id="rId16"/>
    <p:sldId id="412" r:id="rId17"/>
    <p:sldId id="438" r:id="rId18"/>
    <p:sldId id="439" r:id="rId19"/>
    <p:sldId id="409" r:id="rId20"/>
    <p:sldId id="410" r:id="rId21"/>
    <p:sldId id="408" r:id="rId22"/>
    <p:sldId id="403" r:id="rId23"/>
    <p:sldId id="413" r:id="rId24"/>
    <p:sldId id="414" r:id="rId25"/>
    <p:sldId id="417" r:id="rId26"/>
    <p:sldId id="418" r:id="rId27"/>
    <p:sldId id="419" r:id="rId28"/>
    <p:sldId id="420" r:id="rId29"/>
    <p:sldId id="421" r:id="rId30"/>
    <p:sldId id="422" r:id="rId31"/>
    <p:sldId id="423" r:id="rId32"/>
    <p:sldId id="424" r:id="rId33"/>
    <p:sldId id="440" r:id="rId34"/>
    <p:sldId id="257" r:id="rId35"/>
    <p:sldId id="441" r:id="rId36"/>
    <p:sldId id="258" r:id="rId37"/>
    <p:sldId id="259" r:id="rId38"/>
    <p:sldId id="442" r:id="rId39"/>
    <p:sldId id="443" r:id="rId40"/>
    <p:sldId id="260" r:id="rId41"/>
    <p:sldId id="444" r:id="rId42"/>
    <p:sldId id="445" r:id="rId43"/>
    <p:sldId id="387" r:id="rId44"/>
    <p:sldId id="261" r:id="rId45"/>
    <p:sldId id="446" r:id="rId46"/>
    <p:sldId id="447" r:id="rId47"/>
    <p:sldId id="448" r:id="rId48"/>
    <p:sldId id="449" r:id="rId49"/>
    <p:sldId id="450" r:id="rId50"/>
    <p:sldId id="451" r:id="rId51"/>
    <p:sldId id="452" r:id="rId52"/>
    <p:sldId id="453" r:id="rId53"/>
    <p:sldId id="454" r:id="rId54"/>
    <p:sldId id="457" r:id="rId55"/>
    <p:sldId id="456" r:id="rId56"/>
    <p:sldId id="465" r:id="rId57"/>
    <p:sldId id="461" r:id="rId58"/>
    <p:sldId id="361" r:id="rId59"/>
    <p:sldId id="466" r:id="rId60"/>
    <p:sldId id="458" r:id="rId61"/>
    <p:sldId id="459" r:id="rId62"/>
    <p:sldId id="460" r:id="rId63"/>
    <p:sldId id="463" r:id="rId64"/>
    <p:sldId id="464" r:id="rId65"/>
    <p:sldId id="398" r:id="rId66"/>
  </p:sldIdLst>
  <p:sldSz cx="12192000" cy="6858000"/>
  <p:notesSz cx="6858000" cy="9144000"/>
  <p:defaultTextStyle>
    <a:defPPr>
      <a:defRPr lang="x-non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892BE"/>
    <a:srgbClr val="D3F1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8"/>
    <p:restoredTop sz="94628"/>
  </p:normalViewPr>
  <p:slideViewPr>
    <p:cSldViewPr snapToGrid="0">
      <p:cViewPr>
        <p:scale>
          <a:sx n="76" d="100"/>
          <a:sy n="76" d="100"/>
        </p:scale>
        <p:origin x="-480" y="1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E52B0B4-90C4-1C45-A1B3-4ABD910812E9}" type="doc">
      <dgm:prSet loTypeId="urn:microsoft.com/office/officeart/2005/8/layout/radial3" loCatId="" qsTypeId="urn:microsoft.com/office/officeart/2005/8/quickstyle/simple1" qsCatId="simple" csTypeId="urn:microsoft.com/office/officeart/2005/8/colors/accent1_3" csCatId="accent1" phldr="1"/>
      <dgm:spPr/>
      <dgm:t>
        <a:bodyPr/>
        <a:lstStyle/>
        <a:p>
          <a:endParaRPr lang="en-US"/>
        </a:p>
      </dgm:t>
    </dgm:pt>
    <dgm:pt modelId="{68AA8579-7578-6249-8010-A581CC348539}">
      <dgm:prSet phldrT="[Text]" custT="1"/>
      <dgm:spPr>
        <a:blipFill rotWithShape="0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a:blipFill>
        <a:ln w="41275">
          <a:solidFill>
            <a:srgbClr val="7892BE"/>
          </a:solidFill>
        </a:ln>
      </dgm:spPr>
      <dgm:t>
        <a:bodyPr/>
        <a:lstStyle/>
        <a:p>
          <a:endParaRPr lang="en-US" dirty="0"/>
        </a:p>
      </dgm:t>
    </dgm:pt>
    <dgm:pt modelId="{8E6CA8B7-A916-4645-A04B-99CFD0A3D2BA}" type="parTrans" cxnId="{E06AB0E3-7B24-3C4E-88A7-1834010A04CC}">
      <dgm:prSet/>
      <dgm:spPr/>
      <dgm:t>
        <a:bodyPr/>
        <a:lstStyle/>
        <a:p>
          <a:endParaRPr lang="en-US"/>
        </a:p>
      </dgm:t>
    </dgm:pt>
    <dgm:pt modelId="{46C8FF88-B566-A549-ACAF-F57C979EDBEC}" type="sibTrans" cxnId="{E06AB0E3-7B24-3C4E-88A7-1834010A04CC}">
      <dgm:prSet/>
      <dgm:spPr/>
      <dgm:t>
        <a:bodyPr/>
        <a:lstStyle/>
        <a:p>
          <a:endParaRPr lang="en-US"/>
        </a:p>
      </dgm:t>
    </dgm:pt>
    <dgm:pt modelId="{B11F9811-26BD-DB40-A136-518CE5EF10CE}">
      <dgm:prSet phldrT="[Text]" custT="1"/>
      <dgm:spPr/>
      <dgm:t>
        <a:bodyPr/>
        <a:lstStyle/>
        <a:p>
          <a:r>
            <a:rPr lang="en-US" sz="1800" b="1" dirty="0"/>
            <a:t>Wheals</a:t>
          </a:r>
        </a:p>
        <a:p>
          <a:r>
            <a:rPr lang="en-US" sz="1800" b="1" dirty="0"/>
            <a:t>Distinctly Pruritic</a:t>
          </a:r>
        </a:p>
        <a:p>
          <a:r>
            <a:rPr lang="en-US" sz="1700" b="0" dirty="0"/>
            <a:t>solitary/confluent</a:t>
          </a:r>
        </a:p>
      </dgm:t>
    </dgm:pt>
    <dgm:pt modelId="{BBDB10C7-67D8-3F42-A9DB-92D0396559EF}" type="parTrans" cxnId="{671C2E91-01FE-5448-8170-CD55BF7BBBB6}">
      <dgm:prSet/>
      <dgm:spPr/>
      <dgm:t>
        <a:bodyPr/>
        <a:lstStyle/>
        <a:p>
          <a:endParaRPr lang="en-US"/>
        </a:p>
      </dgm:t>
    </dgm:pt>
    <dgm:pt modelId="{95CCA432-0700-7C41-8962-FE2F8CB57ADA}" type="sibTrans" cxnId="{671C2E91-01FE-5448-8170-CD55BF7BBBB6}">
      <dgm:prSet/>
      <dgm:spPr/>
      <dgm:t>
        <a:bodyPr/>
        <a:lstStyle/>
        <a:p>
          <a:endParaRPr lang="en-US"/>
        </a:p>
      </dgm:t>
    </dgm:pt>
    <dgm:pt modelId="{09050A21-F7F8-AC4F-96BD-1D946076EFA8}">
      <dgm:prSet phldrT="[Text]" custT="1"/>
      <dgm:spPr/>
      <dgm:t>
        <a:bodyPr/>
        <a:lstStyle/>
        <a:p>
          <a:r>
            <a:rPr lang="en-US" sz="1800" b="1" dirty="0"/>
            <a:t>Pattern</a:t>
          </a:r>
          <a:endParaRPr lang="en-US" sz="1400" b="1" dirty="0"/>
        </a:p>
        <a:p>
          <a:r>
            <a:rPr lang="en-US" sz="1400" dirty="0"/>
            <a:t>&lt;2h/ 12hr-36hr Duration</a:t>
          </a:r>
        </a:p>
        <a:p>
          <a:r>
            <a:rPr lang="en-US" sz="1400" dirty="0"/>
            <a:t>Old lesions fading as new ones appear. </a:t>
          </a:r>
        </a:p>
      </dgm:t>
    </dgm:pt>
    <dgm:pt modelId="{E6B146D0-8902-7D48-9A6F-6D5ED21C1EF7}" type="parTrans" cxnId="{71FA50ED-8A09-B047-9F9A-1FB76C7E1807}">
      <dgm:prSet/>
      <dgm:spPr/>
      <dgm:t>
        <a:bodyPr/>
        <a:lstStyle/>
        <a:p>
          <a:endParaRPr lang="en-US"/>
        </a:p>
      </dgm:t>
    </dgm:pt>
    <dgm:pt modelId="{15842F71-1C70-8C4F-98DD-27EE21B90303}" type="sibTrans" cxnId="{71FA50ED-8A09-B047-9F9A-1FB76C7E1807}">
      <dgm:prSet/>
      <dgm:spPr/>
      <dgm:t>
        <a:bodyPr/>
        <a:lstStyle/>
        <a:p>
          <a:endParaRPr lang="en-US"/>
        </a:p>
      </dgm:t>
    </dgm:pt>
    <dgm:pt modelId="{03CE45D7-009A-B242-AA96-2BF6BB404B2D}">
      <dgm:prSet phldrT="[Text]" custT="1"/>
      <dgm:spPr/>
      <dgm:t>
        <a:bodyPr/>
        <a:lstStyle/>
        <a:p>
          <a:r>
            <a:rPr lang="en-US" sz="2000" b="1" dirty="0"/>
            <a:t>No Residual </a:t>
          </a:r>
          <a:r>
            <a:rPr lang="en-US" sz="2000" b="1" baseline="0" dirty="0"/>
            <a:t> scaring </a:t>
          </a:r>
          <a:r>
            <a:rPr lang="en-US" sz="2000" baseline="0" dirty="0"/>
            <a:t>Unless vasculitis involved </a:t>
          </a:r>
          <a:endParaRPr lang="en-US" sz="2000" dirty="0"/>
        </a:p>
      </dgm:t>
    </dgm:pt>
    <dgm:pt modelId="{C83A45A3-923C-2D47-A77C-CA56D604DF61}" type="parTrans" cxnId="{0631C93F-813F-2344-B2CA-187F860AE834}">
      <dgm:prSet/>
      <dgm:spPr/>
      <dgm:t>
        <a:bodyPr/>
        <a:lstStyle/>
        <a:p>
          <a:endParaRPr lang="en-US"/>
        </a:p>
      </dgm:t>
    </dgm:pt>
    <dgm:pt modelId="{5712CD51-31A3-BE4F-9636-50573C239670}" type="sibTrans" cxnId="{0631C93F-813F-2344-B2CA-187F860AE834}">
      <dgm:prSet/>
      <dgm:spPr/>
      <dgm:t>
        <a:bodyPr/>
        <a:lstStyle/>
        <a:p>
          <a:endParaRPr lang="en-US"/>
        </a:p>
      </dgm:t>
    </dgm:pt>
    <dgm:pt modelId="{CCEAE7CC-DC5D-3F48-A2A0-6B885E7F9355}">
      <dgm:prSet phldrT="[Text]" custT="1"/>
      <dgm:spPr/>
      <dgm:t>
        <a:bodyPr/>
        <a:lstStyle/>
        <a:p>
          <a:r>
            <a:rPr lang="en-US" sz="1800" b="1" dirty="0"/>
            <a:t>Angioedema</a:t>
          </a:r>
        </a:p>
        <a:p>
          <a:r>
            <a:rPr lang="en-US" sz="1600" dirty="0"/>
            <a:t>periorbital perioral </a:t>
          </a:r>
        </a:p>
        <a:p>
          <a:r>
            <a:rPr lang="en-US" sz="1600" dirty="0"/>
            <a:t>URTI </a:t>
          </a:r>
          <a:r>
            <a:rPr lang="en-US" sz="1600" dirty="0">
              <a:sym typeface="Wingdings" pitchFamily="2" charset="2"/>
            </a:rPr>
            <a:t> Laryngeal Obstruction</a:t>
          </a:r>
          <a:endParaRPr lang="en-US" sz="1600" dirty="0"/>
        </a:p>
      </dgm:t>
    </dgm:pt>
    <dgm:pt modelId="{AB31EBA0-0B25-2340-A51B-232F898E6EEA}" type="parTrans" cxnId="{C4BE0A43-085A-AC4B-A0D4-44ECF1D70862}">
      <dgm:prSet/>
      <dgm:spPr/>
      <dgm:t>
        <a:bodyPr/>
        <a:lstStyle/>
        <a:p>
          <a:endParaRPr lang="en-US"/>
        </a:p>
      </dgm:t>
    </dgm:pt>
    <dgm:pt modelId="{52629E6D-E958-A04D-9436-5D949386504B}" type="sibTrans" cxnId="{C4BE0A43-085A-AC4B-A0D4-44ECF1D70862}">
      <dgm:prSet/>
      <dgm:spPr/>
      <dgm:t>
        <a:bodyPr/>
        <a:lstStyle/>
        <a:p>
          <a:endParaRPr lang="en-US"/>
        </a:p>
      </dgm:t>
    </dgm:pt>
    <dgm:pt modelId="{718D08D1-0754-AF42-A5F2-77C3E8DE5B83}">
      <dgm:prSet custT="1"/>
      <dgm:spPr/>
      <dgm:t>
        <a:bodyPr/>
        <a:lstStyle/>
        <a:p>
          <a:r>
            <a:rPr lang="en-US" sz="1900" b="1" dirty="0"/>
            <a:t>Distribution</a:t>
          </a:r>
        </a:p>
        <a:p>
          <a:r>
            <a:rPr lang="en-US" sz="1700" dirty="0"/>
            <a:t>Head to toe: Asymmetrical</a:t>
          </a:r>
        </a:p>
      </dgm:t>
    </dgm:pt>
    <dgm:pt modelId="{2841EF48-0487-F548-A5DE-C4CE864221B1}" type="parTrans" cxnId="{48B3DFD2-B8B8-3548-BB3E-C9D53AA18AAE}">
      <dgm:prSet/>
      <dgm:spPr/>
      <dgm:t>
        <a:bodyPr/>
        <a:lstStyle/>
        <a:p>
          <a:endParaRPr lang="en-US"/>
        </a:p>
      </dgm:t>
    </dgm:pt>
    <dgm:pt modelId="{E0739078-9F1F-684C-8703-BAB2E8AFD3C2}" type="sibTrans" cxnId="{48B3DFD2-B8B8-3548-BB3E-C9D53AA18AAE}">
      <dgm:prSet/>
      <dgm:spPr/>
      <dgm:t>
        <a:bodyPr/>
        <a:lstStyle/>
        <a:p>
          <a:endParaRPr lang="en-US"/>
        </a:p>
      </dgm:t>
    </dgm:pt>
    <dgm:pt modelId="{5270B3C4-3CD2-1649-A850-5BEA427319EB}" type="pres">
      <dgm:prSet presAssocID="{DE52B0B4-90C4-1C45-A1B3-4ABD910812E9}" presName="composite" presStyleCnt="0">
        <dgm:presLayoutVars>
          <dgm:chMax val="1"/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26199612-97DC-0747-9E9F-6E2DB7B4A949}" type="pres">
      <dgm:prSet presAssocID="{DE52B0B4-90C4-1C45-A1B3-4ABD910812E9}" presName="radial" presStyleCnt="0">
        <dgm:presLayoutVars>
          <dgm:animLvl val="ctr"/>
        </dgm:presLayoutVars>
      </dgm:prSet>
      <dgm:spPr/>
    </dgm:pt>
    <dgm:pt modelId="{7453605D-3508-2942-A50F-6530E259A746}" type="pres">
      <dgm:prSet presAssocID="{68AA8579-7578-6249-8010-A581CC348539}" presName="centerShape" presStyleLbl="vennNode1" presStyleIdx="0" presStyleCnt="6" custScaleX="112527" custScaleY="116247" custLinFactNeighborX="2270" custLinFactNeighborY="6669"/>
      <dgm:spPr/>
      <dgm:t>
        <a:bodyPr/>
        <a:lstStyle/>
        <a:p>
          <a:endParaRPr lang="en-US"/>
        </a:p>
      </dgm:t>
    </dgm:pt>
    <dgm:pt modelId="{FC9E2EC5-F3FF-F244-8E44-0529D0B1919B}" type="pres">
      <dgm:prSet presAssocID="{B11F9811-26BD-DB40-A136-518CE5EF10CE}" presName="node" presStyleLbl="vennNode1" presStyleIdx="1" presStyleCnt="6" custScaleX="126497" custRadScaleRad="103721" custRadScaleInc="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9AC03C9-2D42-8942-AC23-AD976F853B40}" type="pres">
      <dgm:prSet presAssocID="{09050A21-F7F8-AC4F-96BD-1D946076EFA8}" presName="node" presStyleLbl="vennNode1" presStyleIdx="2" presStyleCnt="6" custRadScaleRad="129984" custRadScaleInc="22076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20D8D87-C3D6-BB42-B8B4-BCFBE00BB5A8}" type="pres">
      <dgm:prSet presAssocID="{03CE45D7-009A-B242-AA96-2BF6BB404B2D}" presName="node" presStyleLbl="vennNode1" presStyleIdx="3" presStyleCnt="6" custScaleX="110350" custScaleY="105315" custRadScaleRad="120936" custRadScaleInc="20057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7BBC707-FF48-754E-BEDB-43AAC5D7D88E}" type="pres">
      <dgm:prSet presAssocID="{CCEAE7CC-DC5D-3F48-A2A0-6B885E7F9355}" presName="node" presStyleLbl="vennNode1" presStyleIdx="4" presStyleCnt="6" custScaleX="100330" custRadScaleRad="126755" custRadScaleInc="-19660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A717CDE-76B8-C44D-B628-DD9027F7BABF}" type="pres">
      <dgm:prSet presAssocID="{718D08D1-0754-AF42-A5F2-77C3E8DE5B83}" presName="node" presStyleLbl="vennNode1" presStyleIdx="5" presStyleCnt="6" custRadScaleRad="138022" custRadScaleInc="-22286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7E968116-D840-F640-90DD-6C99F2B3DB6D}" type="presOf" srcId="{03CE45D7-009A-B242-AA96-2BF6BB404B2D}" destId="{920D8D87-C3D6-BB42-B8B4-BCFBE00BB5A8}" srcOrd="0" destOrd="0" presId="urn:microsoft.com/office/officeart/2005/8/layout/radial3"/>
    <dgm:cxn modelId="{71FA50ED-8A09-B047-9F9A-1FB76C7E1807}" srcId="{68AA8579-7578-6249-8010-A581CC348539}" destId="{09050A21-F7F8-AC4F-96BD-1D946076EFA8}" srcOrd="1" destOrd="0" parTransId="{E6B146D0-8902-7D48-9A6F-6D5ED21C1EF7}" sibTransId="{15842F71-1C70-8C4F-98DD-27EE21B90303}"/>
    <dgm:cxn modelId="{D788CF82-E230-BF4C-B67A-6C964A1B454C}" type="presOf" srcId="{09050A21-F7F8-AC4F-96BD-1D946076EFA8}" destId="{59AC03C9-2D42-8942-AC23-AD976F853B40}" srcOrd="0" destOrd="0" presId="urn:microsoft.com/office/officeart/2005/8/layout/radial3"/>
    <dgm:cxn modelId="{E06AB0E3-7B24-3C4E-88A7-1834010A04CC}" srcId="{DE52B0B4-90C4-1C45-A1B3-4ABD910812E9}" destId="{68AA8579-7578-6249-8010-A581CC348539}" srcOrd="0" destOrd="0" parTransId="{8E6CA8B7-A916-4645-A04B-99CFD0A3D2BA}" sibTransId="{46C8FF88-B566-A549-ACAF-F57C979EDBEC}"/>
    <dgm:cxn modelId="{C4BE0A43-085A-AC4B-A0D4-44ECF1D70862}" srcId="{68AA8579-7578-6249-8010-A581CC348539}" destId="{CCEAE7CC-DC5D-3F48-A2A0-6B885E7F9355}" srcOrd="3" destOrd="0" parTransId="{AB31EBA0-0B25-2340-A51B-232F898E6EEA}" sibTransId="{52629E6D-E958-A04D-9436-5D949386504B}"/>
    <dgm:cxn modelId="{0631C93F-813F-2344-B2CA-187F860AE834}" srcId="{68AA8579-7578-6249-8010-A581CC348539}" destId="{03CE45D7-009A-B242-AA96-2BF6BB404B2D}" srcOrd="2" destOrd="0" parTransId="{C83A45A3-923C-2D47-A77C-CA56D604DF61}" sibTransId="{5712CD51-31A3-BE4F-9636-50573C239670}"/>
    <dgm:cxn modelId="{671C2E91-01FE-5448-8170-CD55BF7BBBB6}" srcId="{68AA8579-7578-6249-8010-A581CC348539}" destId="{B11F9811-26BD-DB40-A136-518CE5EF10CE}" srcOrd="0" destOrd="0" parTransId="{BBDB10C7-67D8-3F42-A9DB-92D0396559EF}" sibTransId="{95CCA432-0700-7C41-8962-FE2F8CB57ADA}"/>
    <dgm:cxn modelId="{57CB6449-A60C-B640-90E4-0AB8CCCA4B15}" type="presOf" srcId="{718D08D1-0754-AF42-A5F2-77C3E8DE5B83}" destId="{AA717CDE-76B8-C44D-B628-DD9027F7BABF}" srcOrd="0" destOrd="0" presId="urn:microsoft.com/office/officeart/2005/8/layout/radial3"/>
    <dgm:cxn modelId="{BAC65C34-B5B8-8043-8DE4-743B9B204654}" type="presOf" srcId="{DE52B0B4-90C4-1C45-A1B3-4ABD910812E9}" destId="{5270B3C4-3CD2-1649-A850-5BEA427319EB}" srcOrd="0" destOrd="0" presId="urn:microsoft.com/office/officeart/2005/8/layout/radial3"/>
    <dgm:cxn modelId="{5D8E1829-A943-AC45-89BD-D7B9CE212057}" type="presOf" srcId="{CCEAE7CC-DC5D-3F48-A2A0-6B885E7F9355}" destId="{F7BBC707-FF48-754E-BEDB-43AAC5D7D88E}" srcOrd="0" destOrd="0" presId="urn:microsoft.com/office/officeart/2005/8/layout/radial3"/>
    <dgm:cxn modelId="{D5F5A435-C85A-6743-8558-830A822963FB}" type="presOf" srcId="{68AA8579-7578-6249-8010-A581CC348539}" destId="{7453605D-3508-2942-A50F-6530E259A746}" srcOrd="0" destOrd="0" presId="urn:microsoft.com/office/officeart/2005/8/layout/radial3"/>
    <dgm:cxn modelId="{48B3DFD2-B8B8-3548-BB3E-C9D53AA18AAE}" srcId="{68AA8579-7578-6249-8010-A581CC348539}" destId="{718D08D1-0754-AF42-A5F2-77C3E8DE5B83}" srcOrd="4" destOrd="0" parTransId="{2841EF48-0487-F548-A5DE-C4CE864221B1}" sibTransId="{E0739078-9F1F-684C-8703-BAB2E8AFD3C2}"/>
    <dgm:cxn modelId="{4F548800-5F08-BC4A-8188-040128A428AD}" type="presOf" srcId="{B11F9811-26BD-DB40-A136-518CE5EF10CE}" destId="{FC9E2EC5-F3FF-F244-8E44-0529D0B1919B}" srcOrd="0" destOrd="0" presId="urn:microsoft.com/office/officeart/2005/8/layout/radial3"/>
    <dgm:cxn modelId="{74759288-5F4D-3249-8C62-AEB07AE65D69}" type="presParOf" srcId="{5270B3C4-3CD2-1649-A850-5BEA427319EB}" destId="{26199612-97DC-0747-9E9F-6E2DB7B4A949}" srcOrd="0" destOrd="0" presId="urn:microsoft.com/office/officeart/2005/8/layout/radial3"/>
    <dgm:cxn modelId="{735D7387-C3EC-1344-B498-2C8672740356}" type="presParOf" srcId="{26199612-97DC-0747-9E9F-6E2DB7B4A949}" destId="{7453605D-3508-2942-A50F-6530E259A746}" srcOrd="0" destOrd="0" presId="urn:microsoft.com/office/officeart/2005/8/layout/radial3"/>
    <dgm:cxn modelId="{C20462FE-42A4-C940-B546-9B84AF0FAC41}" type="presParOf" srcId="{26199612-97DC-0747-9E9F-6E2DB7B4A949}" destId="{FC9E2EC5-F3FF-F244-8E44-0529D0B1919B}" srcOrd="1" destOrd="0" presId="urn:microsoft.com/office/officeart/2005/8/layout/radial3"/>
    <dgm:cxn modelId="{8176E1E3-88F6-F449-A8D0-16F1C95259E6}" type="presParOf" srcId="{26199612-97DC-0747-9E9F-6E2DB7B4A949}" destId="{59AC03C9-2D42-8942-AC23-AD976F853B40}" srcOrd="2" destOrd="0" presId="urn:microsoft.com/office/officeart/2005/8/layout/radial3"/>
    <dgm:cxn modelId="{5BBBD98E-35E1-4E43-8DF7-6C3598D2132C}" type="presParOf" srcId="{26199612-97DC-0747-9E9F-6E2DB7B4A949}" destId="{920D8D87-C3D6-BB42-B8B4-BCFBE00BB5A8}" srcOrd="3" destOrd="0" presId="urn:microsoft.com/office/officeart/2005/8/layout/radial3"/>
    <dgm:cxn modelId="{DCEE6AE7-FABB-0147-9F49-559F82103D7B}" type="presParOf" srcId="{26199612-97DC-0747-9E9F-6E2DB7B4A949}" destId="{F7BBC707-FF48-754E-BEDB-43AAC5D7D88E}" srcOrd="4" destOrd="0" presId="urn:microsoft.com/office/officeart/2005/8/layout/radial3"/>
    <dgm:cxn modelId="{17DBB0E0-2509-5F40-B441-5CD5DEBBDC3D}" type="presParOf" srcId="{26199612-97DC-0747-9E9F-6E2DB7B4A949}" destId="{AA717CDE-76B8-C44D-B628-DD9027F7BABF}" srcOrd="5" destOrd="0" presId="urn:microsoft.com/office/officeart/2005/8/layout/radial3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4E9E36A-EC96-8740-818F-645BD0ACCFBB}" type="doc">
      <dgm:prSet loTypeId="urn:microsoft.com/office/officeart/2005/8/layout/orgChart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5A3604C-3FEA-3441-A496-631D9BC5A14B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Urticaria</a:t>
          </a:r>
        </a:p>
      </dgm:t>
    </dgm:pt>
    <dgm:pt modelId="{3B664D29-DF94-874C-A9E9-1D83E4E4393C}" type="parTrans" cxnId="{3C2C4E31-1BE6-4F4C-9974-D379CF017A94}">
      <dgm:prSet/>
      <dgm:spPr/>
      <dgm:t>
        <a:bodyPr/>
        <a:lstStyle/>
        <a:p>
          <a:endParaRPr lang="en-US"/>
        </a:p>
      </dgm:t>
    </dgm:pt>
    <dgm:pt modelId="{868D674C-5D71-594E-BEC6-3EA642BE6A54}" type="sibTrans" cxnId="{3C2C4E31-1BE6-4F4C-9974-D379CF017A94}">
      <dgm:prSet/>
      <dgm:spPr/>
      <dgm:t>
        <a:bodyPr/>
        <a:lstStyle/>
        <a:p>
          <a:endParaRPr lang="en-US"/>
        </a:p>
      </dgm:t>
    </dgm:pt>
    <dgm:pt modelId="{2F567886-F42A-6E43-8B9A-D03BD1C1B1C7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Duration</a:t>
          </a:r>
        </a:p>
      </dgm:t>
    </dgm:pt>
    <dgm:pt modelId="{3E7B8161-7D98-2C4F-8C68-64DB2854F203}" type="parTrans" cxnId="{28A41A85-B9C7-AC47-8211-55CDF88196F8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B184800-9C8F-DE43-B7B1-2194506FDE9E}" type="sibTrans" cxnId="{28A41A85-B9C7-AC47-8211-55CDF88196F8}">
      <dgm:prSet/>
      <dgm:spPr/>
      <dgm:t>
        <a:bodyPr/>
        <a:lstStyle/>
        <a:p>
          <a:endParaRPr lang="en-US"/>
        </a:p>
      </dgm:t>
    </dgm:pt>
    <dgm:pt modelId="{63B26BD1-7B7F-8649-B422-036EBDF350E9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Triggers</a:t>
          </a:r>
        </a:p>
      </dgm:t>
    </dgm:pt>
    <dgm:pt modelId="{7A6AA43D-D1E4-EE43-AD36-87898EAD838B}" type="parTrans" cxnId="{A2297E56-A369-7F47-A7FF-8B76DD19F64E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B5B2074-A405-8643-A582-F72DABB45E60}" type="sibTrans" cxnId="{A2297E56-A369-7F47-A7FF-8B76DD19F64E}">
      <dgm:prSet/>
      <dgm:spPr/>
      <dgm:t>
        <a:bodyPr/>
        <a:lstStyle/>
        <a:p>
          <a:endParaRPr lang="en-US"/>
        </a:p>
      </dgm:t>
    </dgm:pt>
    <dgm:pt modelId="{D74CFCF9-30D8-8344-8079-9489F0D24AFB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ACUTE&lt;6WKS</a:t>
          </a:r>
        </a:p>
      </dgm:t>
    </dgm:pt>
    <dgm:pt modelId="{4722F934-B38C-A641-B4C0-42EFE2957658}" type="parTrans" cxnId="{38D2BBEA-CC29-4A49-94E0-871E848FA64E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461CEB7-B0A6-7E46-AD50-65E4ECA86976}" type="sibTrans" cxnId="{38D2BBEA-CC29-4A49-94E0-871E848FA64E}">
      <dgm:prSet/>
      <dgm:spPr/>
      <dgm:t>
        <a:bodyPr/>
        <a:lstStyle/>
        <a:p>
          <a:endParaRPr lang="en-US"/>
        </a:p>
      </dgm:t>
    </dgm:pt>
    <dgm:pt modelId="{175E4E1B-75E4-FC4D-B341-A8E693C53989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CHRONIC &gt;6 WKS</a:t>
          </a:r>
        </a:p>
      </dgm:t>
    </dgm:pt>
    <dgm:pt modelId="{DEBBD55A-C1AB-AE4D-A11E-85A91DC964A8}" type="parTrans" cxnId="{000A9DA7-A2F3-1A49-BC79-253090213456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BD4610E-0349-A94D-996E-C4D0D272460A}" type="sibTrans" cxnId="{000A9DA7-A2F3-1A49-BC79-253090213456}">
      <dgm:prSet/>
      <dgm:spPr/>
      <dgm:t>
        <a:bodyPr/>
        <a:lstStyle/>
        <a:p>
          <a:endParaRPr lang="en-US"/>
        </a:p>
      </dgm:t>
    </dgm:pt>
    <dgm:pt modelId="{F0AD032C-88C0-0042-8592-A7D70505E7B6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SPONTANEOUS</a:t>
          </a:r>
        </a:p>
      </dgm:t>
    </dgm:pt>
    <dgm:pt modelId="{FDFC0FBC-E98B-9F42-8101-629D8B9C37BB}" type="parTrans" cxnId="{4B7F3459-71C9-CA4B-BCA9-C1A6DB0884AE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BAACDE4-38F2-854A-9E9F-B693DC787A7A}" type="sibTrans" cxnId="{4B7F3459-71C9-CA4B-BCA9-C1A6DB0884AE}">
      <dgm:prSet/>
      <dgm:spPr/>
      <dgm:t>
        <a:bodyPr/>
        <a:lstStyle/>
        <a:p>
          <a:endParaRPr lang="en-US"/>
        </a:p>
      </dgm:t>
    </dgm:pt>
    <dgm:pt modelId="{E3D4B464-143E-9648-AE9A-2D6B0223146B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INDUCIBLE</a:t>
          </a:r>
        </a:p>
      </dgm:t>
    </dgm:pt>
    <dgm:pt modelId="{04772371-4893-734C-9737-4D1DD6C531D8}" type="parTrans" cxnId="{3B5AAF12-BED0-1443-A8BD-9F719471F7B4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522BA44-752B-9E4C-A01F-D6CBA646E6CE}" type="sibTrans" cxnId="{3B5AAF12-BED0-1443-A8BD-9F719471F7B4}">
      <dgm:prSet/>
      <dgm:spPr/>
      <dgm:t>
        <a:bodyPr/>
        <a:lstStyle/>
        <a:p>
          <a:endParaRPr lang="en-US"/>
        </a:p>
      </dgm:t>
    </dgm:pt>
    <dgm:pt modelId="{E797A8E3-0B94-064D-BD80-E357B7FDECA7}" type="pres">
      <dgm:prSet presAssocID="{E4E9E36A-EC96-8740-818F-645BD0ACCFBB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2C536B49-462B-134B-8A46-DA16ED0205ED}" type="pres">
      <dgm:prSet presAssocID="{E5A3604C-3FEA-3441-A496-631D9BC5A14B}" presName="hierRoot1" presStyleCnt="0">
        <dgm:presLayoutVars>
          <dgm:hierBranch val="init"/>
        </dgm:presLayoutVars>
      </dgm:prSet>
      <dgm:spPr/>
    </dgm:pt>
    <dgm:pt modelId="{2FB422D7-51CA-A144-9048-99B5869C6333}" type="pres">
      <dgm:prSet presAssocID="{E5A3604C-3FEA-3441-A496-631D9BC5A14B}" presName="rootComposite1" presStyleCnt="0"/>
      <dgm:spPr/>
    </dgm:pt>
    <dgm:pt modelId="{20BAC2AC-8710-464A-85A0-32A410EE657D}" type="pres">
      <dgm:prSet presAssocID="{E5A3604C-3FEA-3441-A496-631D9BC5A14B}" presName="rootText1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1DDC080A-F0AD-734E-AD19-85CC2F683446}" type="pres">
      <dgm:prSet presAssocID="{E5A3604C-3FEA-3441-A496-631D9BC5A14B}" presName="rootConnector1" presStyleLbl="node1" presStyleIdx="0" presStyleCnt="0"/>
      <dgm:spPr/>
      <dgm:t>
        <a:bodyPr/>
        <a:lstStyle/>
        <a:p>
          <a:endParaRPr lang="en-US"/>
        </a:p>
      </dgm:t>
    </dgm:pt>
    <dgm:pt modelId="{F3239ABF-C667-E34A-83C1-6ED1569DB082}" type="pres">
      <dgm:prSet presAssocID="{E5A3604C-3FEA-3441-A496-631D9BC5A14B}" presName="hierChild2" presStyleCnt="0"/>
      <dgm:spPr/>
    </dgm:pt>
    <dgm:pt modelId="{5F7391FC-D72B-A64E-B514-FAEB0E5C66A3}" type="pres">
      <dgm:prSet presAssocID="{3E7B8161-7D98-2C4F-8C68-64DB2854F203}" presName="Name37" presStyleLbl="parChTrans1D2" presStyleIdx="0" presStyleCnt="2"/>
      <dgm:spPr/>
      <dgm:t>
        <a:bodyPr/>
        <a:lstStyle/>
        <a:p>
          <a:endParaRPr lang="en-US"/>
        </a:p>
      </dgm:t>
    </dgm:pt>
    <dgm:pt modelId="{ED3E90F7-BDCC-504B-9DBA-C04E47716C2B}" type="pres">
      <dgm:prSet presAssocID="{2F567886-F42A-6E43-8B9A-D03BD1C1B1C7}" presName="hierRoot2" presStyleCnt="0">
        <dgm:presLayoutVars>
          <dgm:hierBranch val="init"/>
        </dgm:presLayoutVars>
      </dgm:prSet>
      <dgm:spPr/>
    </dgm:pt>
    <dgm:pt modelId="{798EB757-B6C0-EF47-9512-C18B6A0876C7}" type="pres">
      <dgm:prSet presAssocID="{2F567886-F42A-6E43-8B9A-D03BD1C1B1C7}" presName="rootComposite" presStyleCnt="0"/>
      <dgm:spPr/>
    </dgm:pt>
    <dgm:pt modelId="{87F1F68F-7ABD-EB45-B7DD-CBD5526002C1}" type="pres">
      <dgm:prSet presAssocID="{2F567886-F42A-6E43-8B9A-D03BD1C1B1C7}" presName="rootText" presStyleLbl="node2" presStyleIdx="0" presStyleCnt="2" custLinFactNeighborX="-57681" custLinFactNeighborY="-9229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4D25465F-95D5-B746-8ADB-952F3D2E99E6}" type="pres">
      <dgm:prSet presAssocID="{2F567886-F42A-6E43-8B9A-D03BD1C1B1C7}" presName="rootConnector" presStyleLbl="node2" presStyleIdx="0" presStyleCnt="2"/>
      <dgm:spPr/>
      <dgm:t>
        <a:bodyPr/>
        <a:lstStyle/>
        <a:p>
          <a:endParaRPr lang="en-US"/>
        </a:p>
      </dgm:t>
    </dgm:pt>
    <dgm:pt modelId="{57FF7F91-33D9-8446-9E62-ECD4B7CBAB8D}" type="pres">
      <dgm:prSet presAssocID="{2F567886-F42A-6E43-8B9A-D03BD1C1B1C7}" presName="hierChild4" presStyleCnt="0"/>
      <dgm:spPr/>
    </dgm:pt>
    <dgm:pt modelId="{61D5483E-7590-854C-A9E6-A036BBA88157}" type="pres">
      <dgm:prSet presAssocID="{4722F934-B38C-A641-B4C0-42EFE2957658}" presName="Name37" presStyleLbl="parChTrans1D3" presStyleIdx="0" presStyleCnt="4"/>
      <dgm:spPr/>
      <dgm:t>
        <a:bodyPr/>
        <a:lstStyle/>
        <a:p>
          <a:endParaRPr lang="en-US"/>
        </a:p>
      </dgm:t>
    </dgm:pt>
    <dgm:pt modelId="{194D8A87-5349-AF4A-9F0E-EFF53DCBC0F0}" type="pres">
      <dgm:prSet presAssocID="{D74CFCF9-30D8-8344-8079-9489F0D24AFB}" presName="hierRoot2" presStyleCnt="0">
        <dgm:presLayoutVars>
          <dgm:hierBranch val="init"/>
        </dgm:presLayoutVars>
      </dgm:prSet>
      <dgm:spPr/>
    </dgm:pt>
    <dgm:pt modelId="{4EE78FA6-EC28-2541-932E-23936D8AAE90}" type="pres">
      <dgm:prSet presAssocID="{D74CFCF9-30D8-8344-8079-9489F0D24AFB}" presName="rootComposite" presStyleCnt="0"/>
      <dgm:spPr/>
    </dgm:pt>
    <dgm:pt modelId="{562C86DE-5BE7-1249-9DDE-968975576D26}" type="pres">
      <dgm:prSet presAssocID="{D74CFCF9-30D8-8344-8079-9489F0D24AFB}" presName="rootText" presStyleLbl="node3" presStyleIdx="0" presStyleCnt="4" custScaleX="125922" custLinFactNeighborX="-66333" custLinFactNeighborY="-461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7F3E5F66-0949-3B4F-9D6E-DE0C56C69B08}" type="pres">
      <dgm:prSet presAssocID="{D74CFCF9-30D8-8344-8079-9489F0D24AFB}" presName="rootConnector" presStyleLbl="node3" presStyleIdx="0" presStyleCnt="4"/>
      <dgm:spPr/>
      <dgm:t>
        <a:bodyPr/>
        <a:lstStyle/>
        <a:p>
          <a:endParaRPr lang="en-US"/>
        </a:p>
      </dgm:t>
    </dgm:pt>
    <dgm:pt modelId="{BB368BC1-B896-2348-99F6-F55A51A99050}" type="pres">
      <dgm:prSet presAssocID="{D74CFCF9-30D8-8344-8079-9489F0D24AFB}" presName="hierChild4" presStyleCnt="0"/>
      <dgm:spPr/>
    </dgm:pt>
    <dgm:pt modelId="{2A977035-0DC0-3243-B8A4-0E739FE95931}" type="pres">
      <dgm:prSet presAssocID="{D74CFCF9-30D8-8344-8079-9489F0D24AFB}" presName="hierChild5" presStyleCnt="0"/>
      <dgm:spPr/>
    </dgm:pt>
    <dgm:pt modelId="{735F163C-488B-9D46-ADB2-9967ACC6777D}" type="pres">
      <dgm:prSet presAssocID="{DEBBD55A-C1AB-AE4D-A11E-85A91DC964A8}" presName="Name37" presStyleLbl="parChTrans1D3" presStyleIdx="1" presStyleCnt="4"/>
      <dgm:spPr/>
      <dgm:t>
        <a:bodyPr/>
        <a:lstStyle/>
        <a:p>
          <a:endParaRPr lang="en-US"/>
        </a:p>
      </dgm:t>
    </dgm:pt>
    <dgm:pt modelId="{8F635F2A-D53D-B444-B776-C81ADE395EB4}" type="pres">
      <dgm:prSet presAssocID="{175E4E1B-75E4-FC4D-B341-A8E693C53989}" presName="hierRoot2" presStyleCnt="0">
        <dgm:presLayoutVars>
          <dgm:hierBranch val="init"/>
        </dgm:presLayoutVars>
      </dgm:prSet>
      <dgm:spPr/>
    </dgm:pt>
    <dgm:pt modelId="{FD105085-EDA6-BE4A-B721-B8FB950C068B}" type="pres">
      <dgm:prSet presAssocID="{175E4E1B-75E4-FC4D-B341-A8E693C53989}" presName="rootComposite" presStyleCnt="0"/>
      <dgm:spPr/>
    </dgm:pt>
    <dgm:pt modelId="{CA0B24BC-435C-264A-83EC-181D83C08641}" type="pres">
      <dgm:prSet presAssocID="{175E4E1B-75E4-FC4D-B341-A8E693C53989}" presName="rootText" presStyleLbl="node3" presStyleIdx="1" presStyleCnt="4" custScaleX="149299" custLinFactNeighborX="-66910" custLinFactNeighborY="-1177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A3EB2DDA-6E2C-204E-A75E-0F60A34C99A7}" type="pres">
      <dgm:prSet presAssocID="{175E4E1B-75E4-FC4D-B341-A8E693C53989}" presName="rootConnector" presStyleLbl="node3" presStyleIdx="1" presStyleCnt="4"/>
      <dgm:spPr/>
      <dgm:t>
        <a:bodyPr/>
        <a:lstStyle/>
        <a:p>
          <a:endParaRPr lang="en-US"/>
        </a:p>
      </dgm:t>
    </dgm:pt>
    <dgm:pt modelId="{8A481687-B302-A34B-B5ED-345DCA4FE140}" type="pres">
      <dgm:prSet presAssocID="{175E4E1B-75E4-FC4D-B341-A8E693C53989}" presName="hierChild4" presStyleCnt="0"/>
      <dgm:spPr/>
    </dgm:pt>
    <dgm:pt modelId="{0EC7F47F-A81C-B249-BD1E-A1140B899DD2}" type="pres">
      <dgm:prSet presAssocID="{175E4E1B-75E4-FC4D-B341-A8E693C53989}" presName="hierChild5" presStyleCnt="0"/>
      <dgm:spPr/>
    </dgm:pt>
    <dgm:pt modelId="{448288BD-3012-4B49-AB00-552F678B1A73}" type="pres">
      <dgm:prSet presAssocID="{2F567886-F42A-6E43-8B9A-D03BD1C1B1C7}" presName="hierChild5" presStyleCnt="0"/>
      <dgm:spPr/>
    </dgm:pt>
    <dgm:pt modelId="{A8735A19-0523-234D-8C2F-4F26222159BD}" type="pres">
      <dgm:prSet presAssocID="{7A6AA43D-D1E4-EE43-AD36-87898EAD838B}" presName="Name37" presStyleLbl="parChTrans1D2" presStyleIdx="1" presStyleCnt="2"/>
      <dgm:spPr/>
      <dgm:t>
        <a:bodyPr/>
        <a:lstStyle/>
        <a:p>
          <a:endParaRPr lang="en-US"/>
        </a:p>
      </dgm:t>
    </dgm:pt>
    <dgm:pt modelId="{381592BF-D615-AB4D-AD66-0450E5B678DA}" type="pres">
      <dgm:prSet presAssocID="{63B26BD1-7B7F-8649-B422-036EBDF350E9}" presName="hierRoot2" presStyleCnt="0">
        <dgm:presLayoutVars>
          <dgm:hierBranch val="init"/>
        </dgm:presLayoutVars>
      </dgm:prSet>
      <dgm:spPr/>
    </dgm:pt>
    <dgm:pt modelId="{A8827A4D-6B03-D340-B591-58839E105CEB}" type="pres">
      <dgm:prSet presAssocID="{63B26BD1-7B7F-8649-B422-036EBDF350E9}" presName="rootComposite" presStyleCnt="0"/>
      <dgm:spPr/>
    </dgm:pt>
    <dgm:pt modelId="{79D09485-BF6A-B142-AC54-EC93FA17698D}" type="pres">
      <dgm:prSet presAssocID="{63B26BD1-7B7F-8649-B422-036EBDF350E9}" presName="rootText" presStyleLbl="node2" presStyleIdx="1" presStyleCnt="2" custLinFactNeighborX="77869" custLinFactNeighborY="-9229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441AF950-AD7C-4446-8B5E-AB9A1ED50B67}" type="pres">
      <dgm:prSet presAssocID="{63B26BD1-7B7F-8649-B422-036EBDF350E9}" presName="rootConnector" presStyleLbl="node2" presStyleIdx="1" presStyleCnt="2"/>
      <dgm:spPr/>
      <dgm:t>
        <a:bodyPr/>
        <a:lstStyle/>
        <a:p>
          <a:endParaRPr lang="en-US"/>
        </a:p>
      </dgm:t>
    </dgm:pt>
    <dgm:pt modelId="{1C8F7DDA-A9EC-7140-A740-899F1CF84270}" type="pres">
      <dgm:prSet presAssocID="{63B26BD1-7B7F-8649-B422-036EBDF350E9}" presName="hierChild4" presStyleCnt="0"/>
      <dgm:spPr/>
    </dgm:pt>
    <dgm:pt modelId="{9E54B7A4-D8AE-B444-9749-6570F871CA4F}" type="pres">
      <dgm:prSet presAssocID="{FDFC0FBC-E98B-9F42-8101-629D8B9C37BB}" presName="Name37" presStyleLbl="parChTrans1D3" presStyleIdx="2" presStyleCnt="4"/>
      <dgm:spPr/>
      <dgm:t>
        <a:bodyPr/>
        <a:lstStyle/>
        <a:p>
          <a:endParaRPr lang="en-US"/>
        </a:p>
      </dgm:t>
    </dgm:pt>
    <dgm:pt modelId="{462D1C2E-6970-1F44-86A2-07C3008B3DDE}" type="pres">
      <dgm:prSet presAssocID="{F0AD032C-88C0-0042-8592-A7D70505E7B6}" presName="hierRoot2" presStyleCnt="0">
        <dgm:presLayoutVars>
          <dgm:hierBranch val="init"/>
        </dgm:presLayoutVars>
      </dgm:prSet>
      <dgm:spPr/>
    </dgm:pt>
    <dgm:pt modelId="{F2D7B380-F983-294B-895A-61F22B1C488C}" type="pres">
      <dgm:prSet presAssocID="{F0AD032C-88C0-0042-8592-A7D70505E7B6}" presName="rootComposite" presStyleCnt="0"/>
      <dgm:spPr/>
    </dgm:pt>
    <dgm:pt modelId="{48B9D64C-E976-964A-B8D6-FE4783E57DCD}" type="pres">
      <dgm:prSet presAssocID="{F0AD032C-88C0-0042-8592-A7D70505E7B6}" presName="rootText" presStyleLbl="node3" presStyleIdx="2" presStyleCnt="4" custLinFactNeighborX="68630" custLinFactNeighborY="-807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0559D701-360A-234B-B55F-EA8A6BB3C16A}" type="pres">
      <dgm:prSet presAssocID="{F0AD032C-88C0-0042-8592-A7D70505E7B6}" presName="rootConnector" presStyleLbl="node3" presStyleIdx="2" presStyleCnt="4"/>
      <dgm:spPr/>
      <dgm:t>
        <a:bodyPr/>
        <a:lstStyle/>
        <a:p>
          <a:endParaRPr lang="en-US"/>
        </a:p>
      </dgm:t>
    </dgm:pt>
    <dgm:pt modelId="{ACD0B863-E9F3-094F-BD30-819D6BE5BFCA}" type="pres">
      <dgm:prSet presAssocID="{F0AD032C-88C0-0042-8592-A7D70505E7B6}" presName="hierChild4" presStyleCnt="0"/>
      <dgm:spPr/>
    </dgm:pt>
    <dgm:pt modelId="{7D37F408-B2B5-C544-B7FD-C9DAC1451B72}" type="pres">
      <dgm:prSet presAssocID="{F0AD032C-88C0-0042-8592-A7D70505E7B6}" presName="hierChild5" presStyleCnt="0"/>
      <dgm:spPr/>
    </dgm:pt>
    <dgm:pt modelId="{9CF26859-D425-D347-B734-4FCF0F058D6A}" type="pres">
      <dgm:prSet presAssocID="{04772371-4893-734C-9737-4D1DD6C531D8}" presName="Name37" presStyleLbl="parChTrans1D3" presStyleIdx="3" presStyleCnt="4"/>
      <dgm:spPr/>
      <dgm:t>
        <a:bodyPr/>
        <a:lstStyle/>
        <a:p>
          <a:endParaRPr lang="en-US"/>
        </a:p>
      </dgm:t>
    </dgm:pt>
    <dgm:pt modelId="{0B835776-0186-2E45-852C-23C943334AF9}" type="pres">
      <dgm:prSet presAssocID="{E3D4B464-143E-9648-AE9A-2D6B0223146B}" presName="hierRoot2" presStyleCnt="0">
        <dgm:presLayoutVars>
          <dgm:hierBranch val="init"/>
        </dgm:presLayoutVars>
      </dgm:prSet>
      <dgm:spPr/>
    </dgm:pt>
    <dgm:pt modelId="{3E688AF3-26C3-1D41-929E-348DB07360DA}" type="pres">
      <dgm:prSet presAssocID="{E3D4B464-143E-9648-AE9A-2D6B0223146B}" presName="rootComposite" presStyleCnt="0"/>
      <dgm:spPr/>
    </dgm:pt>
    <dgm:pt modelId="{C55B7E8B-1362-1741-B745-08524F27A968}" type="pres">
      <dgm:prSet presAssocID="{E3D4B464-143E-9648-AE9A-2D6B0223146B}" presName="rootText" presStyleLbl="node3" presStyleIdx="3" presStyleCnt="4" custLinFactNeighborX="68630" custLinFactNeighborY="-2653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BF797B1C-4D61-8447-9962-15A569D14E98}" type="pres">
      <dgm:prSet presAssocID="{E3D4B464-143E-9648-AE9A-2D6B0223146B}" presName="rootConnector" presStyleLbl="node3" presStyleIdx="3" presStyleCnt="4"/>
      <dgm:spPr/>
      <dgm:t>
        <a:bodyPr/>
        <a:lstStyle/>
        <a:p>
          <a:endParaRPr lang="en-US"/>
        </a:p>
      </dgm:t>
    </dgm:pt>
    <dgm:pt modelId="{BE95168D-B407-F84D-B4E0-0EA230EBE3A1}" type="pres">
      <dgm:prSet presAssocID="{E3D4B464-143E-9648-AE9A-2D6B0223146B}" presName="hierChild4" presStyleCnt="0"/>
      <dgm:spPr/>
    </dgm:pt>
    <dgm:pt modelId="{3A1769A1-FC5E-DF4B-98BC-8C520115B6F3}" type="pres">
      <dgm:prSet presAssocID="{E3D4B464-143E-9648-AE9A-2D6B0223146B}" presName="hierChild5" presStyleCnt="0"/>
      <dgm:spPr/>
    </dgm:pt>
    <dgm:pt modelId="{CD2C120A-8C2D-1548-9566-A8FB28557A7C}" type="pres">
      <dgm:prSet presAssocID="{63B26BD1-7B7F-8649-B422-036EBDF350E9}" presName="hierChild5" presStyleCnt="0"/>
      <dgm:spPr/>
    </dgm:pt>
    <dgm:pt modelId="{9D30A9EA-FED1-D246-A3A2-DDF68C8ED3D4}" type="pres">
      <dgm:prSet presAssocID="{E5A3604C-3FEA-3441-A496-631D9BC5A14B}" presName="hierChild3" presStyleCnt="0"/>
      <dgm:spPr/>
    </dgm:pt>
  </dgm:ptLst>
  <dgm:cxnLst>
    <dgm:cxn modelId="{41370EDC-802A-EB46-90C8-A298B4C7DC7D}" type="presOf" srcId="{3E7B8161-7D98-2C4F-8C68-64DB2854F203}" destId="{5F7391FC-D72B-A64E-B514-FAEB0E5C66A3}" srcOrd="0" destOrd="0" presId="urn:microsoft.com/office/officeart/2005/8/layout/orgChart1"/>
    <dgm:cxn modelId="{1155E2D7-72FE-1844-88EE-16AB247A88D5}" type="presOf" srcId="{D74CFCF9-30D8-8344-8079-9489F0D24AFB}" destId="{562C86DE-5BE7-1249-9DDE-968975576D26}" srcOrd="0" destOrd="0" presId="urn:microsoft.com/office/officeart/2005/8/layout/orgChart1"/>
    <dgm:cxn modelId="{000A9DA7-A2F3-1A49-BC79-253090213456}" srcId="{2F567886-F42A-6E43-8B9A-D03BD1C1B1C7}" destId="{175E4E1B-75E4-FC4D-B341-A8E693C53989}" srcOrd="1" destOrd="0" parTransId="{DEBBD55A-C1AB-AE4D-A11E-85A91DC964A8}" sibTransId="{CBD4610E-0349-A94D-996E-C4D0D272460A}"/>
    <dgm:cxn modelId="{BF2D642D-B12B-AE4C-813F-760BD92D0E28}" type="presOf" srcId="{175E4E1B-75E4-FC4D-B341-A8E693C53989}" destId="{CA0B24BC-435C-264A-83EC-181D83C08641}" srcOrd="0" destOrd="0" presId="urn:microsoft.com/office/officeart/2005/8/layout/orgChart1"/>
    <dgm:cxn modelId="{B7DDEB15-69F2-4F4F-B17A-82ED06B7902E}" type="presOf" srcId="{E3D4B464-143E-9648-AE9A-2D6B0223146B}" destId="{C55B7E8B-1362-1741-B745-08524F27A968}" srcOrd="0" destOrd="0" presId="urn:microsoft.com/office/officeart/2005/8/layout/orgChart1"/>
    <dgm:cxn modelId="{3C2C4E31-1BE6-4F4C-9974-D379CF017A94}" srcId="{E4E9E36A-EC96-8740-818F-645BD0ACCFBB}" destId="{E5A3604C-3FEA-3441-A496-631D9BC5A14B}" srcOrd="0" destOrd="0" parTransId="{3B664D29-DF94-874C-A9E9-1D83E4E4393C}" sibTransId="{868D674C-5D71-594E-BEC6-3EA642BE6A54}"/>
    <dgm:cxn modelId="{832BB528-1BC2-204A-AC46-94CCAC27904E}" type="presOf" srcId="{4722F934-B38C-A641-B4C0-42EFE2957658}" destId="{61D5483E-7590-854C-A9E6-A036BBA88157}" srcOrd="0" destOrd="0" presId="urn:microsoft.com/office/officeart/2005/8/layout/orgChart1"/>
    <dgm:cxn modelId="{6775AFF4-41FA-EE46-862B-FB0522FFCB17}" type="presOf" srcId="{04772371-4893-734C-9737-4D1DD6C531D8}" destId="{9CF26859-D425-D347-B734-4FCF0F058D6A}" srcOrd="0" destOrd="0" presId="urn:microsoft.com/office/officeart/2005/8/layout/orgChart1"/>
    <dgm:cxn modelId="{C542283D-60BE-3D41-B9DB-93698CE907DC}" type="presOf" srcId="{D74CFCF9-30D8-8344-8079-9489F0D24AFB}" destId="{7F3E5F66-0949-3B4F-9D6E-DE0C56C69B08}" srcOrd="1" destOrd="0" presId="urn:microsoft.com/office/officeart/2005/8/layout/orgChart1"/>
    <dgm:cxn modelId="{DF96EDBB-162F-BD4E-B379-C2101ACE8C85}" type="presOf" srcId="{E5A3604C-3FEA-3441-A496-631D9BC5A14B}" destId="{1DDC080A-F0AD-734E-AD19-85CC2F683446}" srcOrd="1" destOrd="0" presId="urn:microsoft.com/office/officeart/2005/8/layout/orgChart1"/>
    <dgm:cxn modelId="{04F55CA7-4B27-114F-92CF-39AC8086CF57}" type="presOf" srcId="{7A6AA43D-D1E4-EE43-AD36-87898EAD838B}" destId="{A8735A19-0523-234D-8C2F-4F26222159BD}" srcOrd="0" destOrd="0" presId="urn:microsoft.com/office/officeart/2005/8/layout/orgChart1"/>
    <dgm:cxn modelId="{4BDBD5A2-E5AC-EA40-9A4D-1042B6908DA0}" type="presOf" srcId="{E5A3604C-3FEA-3441-A496-631D9BC5A14B}" destId="{20BAC2AC-8710-464A-85A0-32A410EE657D}" srcOrd="0" destOrd="0" presId="urn:microsoft.com/office/officeart/2005/8/layout/orgChart1"/>
    <dgm:cxn modelId="{71C0EB9B-434D-334A-8205-DA4144D26205}" type="presOf" srcId="{2F567886-F42A-6E43-8B9A-D03BD1C1B1C7}" destId="{4D25465F-95D5-B746-8ADB-952F3D2E99E6}" srcOrd="1" destOrd="0" presId="urn:microsoft.com/office/officeart/2005/8/layout/orgChart1"/>
    <dgm:cxn modelId="{42DBCFB7-7A60-6D46-8414-657CAA6E0A05}" type="presOf" srcId="{E4E9E36A-EC96-8740-818F-645BD0ACCFBB}" destId="{E797A8E3-0B94-064D-BD80-E357B7FDECA7}" srcOrd="0" destOrd="0" presId="urn:microsoft.com/office/officeart/2005/8/layout/orgChart1"/>
    <dgm:cxn modelId="{28A41A85-B9C7-AC47-8211-55CDF88196F8}" srcId="{E5A3604C-3FEA-3441-A496-631D9BC5A14B}" destId="{2F567886-F42A-6E43-8B9A-D03BD1C1B1C7}" srcOrd="0" destOrd="0" parTransId="{3E7B8161-7D98-2C4F-8C68-64DB2854F203}" sibTransId="{9B184800-9C8F-DE43-B7B1-2194506FDE9E}"/>
    <dgm:cxn modelId="{40E04C45-5C75-F344-B0FB-58D821C148A6}" type="presOf" srcId="{FDFC0FBC-E98B-9F42-8101-629D8B9C37BB}" destId="{9E54B7A4-D8AE-B444-9749-6570F871CA4F}" srcOrd="0" destOrd="0" presId="urn:microsoft.com/office/officeart/2005/8/layout/orgChart1"/>
    <dgm:cxn modelId="{38D2BBEA-CC29-4A49-94E0-871E848FA64E}" srcId="{2F567886-F42A-6E43-8B9A-D03BD1C1B1C7}" destId="{D74CFCF9-30D8-8344-8079-9489F0D24AFB}" srcOrd="0" destOrd="0" parTransId="{4722F934-B38C-A641-B4C0-42EFE2957658}" sibTransId="{B461CEB7-B0A6-7E46-AD50-65E4ECA86976}"/>
    <dgm:cxn modelId="{1B425DDB-9A06-4542-98EB-96C8957AF60B}" type="presOf" srcId="{63B26BD1-7B7F-8649-B422-036EBDF350E9}" destId="{79D09485-BF6A-B142-AC54-EC93FA17698D}" srcOrd="0" destOrd="0" presId="urn:microsoft.com/office/officeart/2005/8/layout/orgChart1"/>
    <dgm:cxn modelId="{EE4BD76D-CADC-5547-9E48-F4764D3185D2}" type="presOf" srcId="{F0AD032C-88C0-0042-8592-A7D70505E7B6}" destId="{48B9D64C-E976-964A-B8D6-FE4783E57DCD}" srcOrd="0" destOrd="0" presId="urn:microsoft.com/office/officeart/2005/8/layout/orgChart1"/>
    <dgm:cxn modelId="{914C0306-EB19-4E4F-9A2C-81CAAF1DEB64}" type="presOf" srcId="{175E4E1B-75E4-FC4D-B341-A8E693C53989}" destId="{A3EB2DDA-6E2C-204E-A75E-0F60A34C99A7}" srcOrd="1" destOrd="0" presId="urn:microsoft.com/office/officeart/2005/8/layout/orgChart1"/>
    <dgm:cxn modelId="{4B7F3459-71C9-CA4B-BCA9-C1A6DB0884AE}" srcId="{63B26BD1-7B7F-8649-B422-036EBDF350E9}" destId="{F0AD032C-88C0-0042-8592-A7D70505E7B6}" srcOrd="0" destOrd="0" parTransId="{FDFC0FBC-E98B-9F42-8101-629D8B9C37BB}" sibTransId="{2BAACDE4-38F2-854A-9E9F-B693DC787A7A}"/>
    <dgm:cxn modelId="{56FAF0BA-E516-E348-B6B7-E1C087B4E094}" type="presOf" srcId="{2F567886-F42A-6E43-8B9A-D03BD1C1B1C7}" destId="{87F1F68F-7ABD-EB45-B7DD-CBD5526002C1}" srcOrd="0" destOrd="0" presId="urn:microsoft.com/office/officeart/2005/8/layout/orgChart1"/>
    <dgm:cxn modelId="{A2297E56-A369-7F47-A7FF-8B76DD19F64E}" srcId="{E5A3604C-3FEA-3441-A496-631D9BC5A14B}" destId="{63B26BD1-7B7F-8649-B422-036EBDF350E9}" srcOrd="1" destOrd="0" parTransId="{7A6AA43D-D1E4-EE43-AD36-87898EAD838B}" sibTransId="{7B5B2074-A405-8643-A582-F72DABB45E60}"/>
    <dgm:cxn modelId="{6DC0DC8E-D590-2C4E-9EC3-38DC5B889C5E}" type="presOf" srcId="{DEBBD55A-C1AB-AE4D-A11E-85A91DC964A8}" destId="{735F163C-488B-9D46-ADB2-9967ACC6777D}" srcOrd="0" destOrd="0" presId="urn:microsoft.com/office/officeart/2005/8/layout/orgChart1"/>
    <dgm:cxn modelId="{3B5AAF12-BED0-1443-A8BD-9F719471F7B4}" srcId="{63B26BD1-7B7F-8649-B422-036EBDF350E9}" destId="{E3D4B464-143E-9648-AE9A-2D6B0223146B}" srcOrd="1" destOrd="0" parTransId="{04772371-4893-734C-9737-4D1DD6C531D8}" sibTransId="{8522BA44-752B-9E4C-A01F-D6CBA646E6CE}"/>
    <dgm:cxn modelId="{56DB301C-16D9-9049-B30D-A7D4373C24D1}" type="presOf" srcId="{E3D4B464-143E-9648-AE9A-2D6B0223146B}" destId="{BF797B1C-4D61-8447-9962-15A569D14E98}" srcOrd="1" destOrd="0" presId="urn:microsoft.com/office/officeart/2005/8/layout/orgChart1"/>
    <dgm:cxn modelId="{004EB7EA-9922-804C-A87F-7B003518B0F5}" type="presOf" srcId="{63B26BD1-7B7F-8649-B422-036EBDF350E9}" destId="{441AF950-AD7C-4446-8B5E-AB9A1ED50B67}" srcOrd="1" destOrd="0" presId="urn:microsoft.com/office/officeart/2005/8/layout/orgChart1"/>
    <dgm:cxn modelId="{0F88E844-19B6-CE46-B38A-D3BE667FCF3F}" type="presOf" srcId="{F0AD032C-88C0-0042-8592-A7D70505E7B6}" destId="{0559D701-360A-234B-B55F-EA8A6BB3C16A}" srcOrd="1" destOrd="0" presId="urn:microsoft.com/office/officeart/2005/8/layout/orgChart1"/>
    <dgm:cxn modelId="{A7B58E3C-BCFF-A849-BA9B-BC14C0A64BF6}" type="presParOf" srcId="{E797A8E3-0B94-064D-BD80-E357B7FDECA7}" destId="{2C536B49-462B-134B-8A46-DA16ED0205ED}" srcOrd="0" destOrd="0" presId="urn:microsoft.com/office/officeart/2005/8/layout/orgChart1"/>
    <dgm:cxn modelId="{ED4487B5-EEE8-4D42-8C38-4178323D49E3}" type="presParOf" srcId="{2C536B49-462B-134B-8A46-DA16ED0205ED}" destId="{2FB422D7-51CA-A144-9048-99B5869C6333}" srcOrd="0" destOrd="0" presId="urn:microsoft.com/office/officeart/2005/8/layout/orgChart1"/>
    <dgm:cxn modelId="{D82A6789-62C5-B14C-9D50-753C5AA574FD}" type="presParOf" srcId="{2FB422D7-51CA-A144-9048-99B5869C6333}" destId="{20BAC2AC-8710-464A-85A0-32A410EE657D}" srcOrd="0" destOrd="0" presId="urn:microsoft.com/office/officeart/2005/8/layout/orgChart1"/>
    <dgm:cxn modelId="{57BF5CDB-3DD0-2247-AC61-BA170D45CF25}" type="presParOf" srcId="{2FB422D7-51CA-A144-9048-99B5869C6333}" destId="{1DDC080A-F0AD-734E-AD19-85CC2F683446}" srcOrd="1" destOrd="0" presId="urn:microsoft.com/office/officeart/2005/8/layout/orgChart1"/>
    <dgm:cxn modelId="{1360EAD9-4F20-304B-98CC-40E96DD7BFA2}" type="presParOf" srcId="{2C536B49-462B-134B-8A46-DA16ED0205ED}" destId="{F3239ABF-C667-E34A-83C1-6ED1569DB082}" srcOrd="1" destOrd="0" presId="urn:microsoft.com/office/officeart/2005/8/layout/orgChart1"/>
    <dgm:cxn modelId="{5D65DB3C-5EE7-9E47-9FCC-7428C76F0296}" type="presParOf" srcId="{F3239ABF-C667-E34A-83C1-6ED1569DB082}" destId="{5F7391FC-D72B-A64E-B514-FAEB0E5C66A3}" srcOrd="0" destOrd="0" presId="urn:microsoft.com/office/officeart/2005/8/layout/orgChart1"/>
    <dgm:cxn modelId="{AE816766-0AAA-D849-8723-E03FAFD2ED82}" type="presParOf" srcId="{F3239ABF-C667-E34A-83C1-6ED1569DB082}" destId="{ED3E90F7-BDCC-504B-9DBA-C04E47716C2B}" srcOrd="1" destOrd="0" presId="urn:microsoft.com/office/officeart/2005/8/layout/orgChart1"/>
    <dgm:cxn modelId="{6A9E3739-C7CC-AA47-AA18-9F130866FE0E}" type="presParOf" srcId="{ED3E90F7-BDCC-504B-9DBA-C04E47716C2B}" destId="{798EB757-B6C0-EF47-9512-C18B6A0876C7}" srcOrd="0" destOrd="0" presId="urn:microsoft.com/office/officeart/2005/8/layout/orgChart1"/>
    <dgm:cxn modelId="{34521732-DC3D-E548-96BF-BAD208CEE44C}" type="presParOf" srcId="{798EB757-B6C0-EF47-9512-C18B6A0876C7}" destId="{87F1F68F-7ABD-EB45-B7DD-CBD5526002C1}" srcOrd="0" destOrd="0" presId="urn:microsoft.com/office/officeart/2005/8/layout/orgChart1"/>
    <dgm:cxn modelId="{A128416A-F620-2E48-B36D-36AB1DE3DE6D}" type="presParOf" srcId="{798EB757-B6C0-EF47-9512-C18B6A0876C7}" destId="{4D25465F-95D5-B746-8ADB-952F3D2E99E6}" srcOrd="1" destOrd="0" presId="urn:microsoft.com/office/officeart/2005/8/layout/orgChart1"/>
    <dgm:cxn modelId="{57FD2163-A416-AD47-B1E6-5C78A393EA9A}" type="presParOf" srcId="{ED3E90F7-BDCC-504B-9DBA-C04E47716C2B}" destId="{57FF7F91-33D9-8446-9E62-ECD4B7CBAB8D}" srcOrd="1" destOrd="0" presId="urn:microsoft.com/office/officeart/2005/8/layout/orgChart1"/>
    <dgm:cxn modelId="{59A3EFFB-7DE0-1E45-AD53-044490C077BC}" type="presParOf" srcId="{57FF7F91-33D9-8446-9E62-ECD4B7CBAB8D}" destId="{61D5483E-7590-854C-A9E6-A036BBA88157}" srcOrd="0" destOrd="0" presId="urn:microsoft.com/office/officeart/2005/8/layout/orgChart1"/>
    <dgm:cxn modelId="{6ED8340A-0D45-3648-A9DC-3F12C654ACA3}" type="presParOf" srcId="{57FF7F91-33D9-8446-9E62-ECD4B7CBAB8D}" destId="{194D8A87-5349-AF4A-9F0E-EFF53DCBC0F0}" srcOrd="1" destOrd="0" presId="urn:microsoft.com/office/officeart/2005/8/layout/orgChart1"/>
    <dgm:cxn modelId="{91EFEB44-7369-9D48-8607-FD40003B6B93}" type="presParOf" srcId="{194D8A87-5349-AF4A-9F0E-EFF53DCBC0F0}" destId="{4EE78FA6-EC28-2541-932E-23936D8AAE90}" srcOrd="0" destOrd="0" presId="urn:microsoft.com/office/officeart/2005/8/layout/orgChart1"/>
    <dgm:cxn modelId="{028E982B-D8AD-E246-9351-108ADF13EB61}" type="presParOf" srcId="{4EE78FA6-EC28-2541-932E-23936D8AAE90}" destId="{562C86DE-5BE7-1249-9DDE-968975576D26}" srcOrd="0" destOrd="0" presId="urn:microsoft.com/office/officeart/2005/8/layout/orgChart1"/>
    <dgm:cxn modelId="{2190D5E3-A801-BA46-9D52-34E391CEDBA8}" type="presParOf" srcId="{4EE78FA6-EC28-2541-932E-23936D8AAE90}" destId="{7F3E5F66-0949-3B4F-9D6E-DE0C56C69B08}" srcOrd="1" destOrd="0" presId="urn:microsoft.com/office/officeart/2005/8/layout/orgChart1"/>
    <dgm:cxn modelId="{3EB263C6-BB5F-EF44-99F8-8FA33C73DD1A}" type="presParOf" srcId="{194D8A87-5349-AF4A-9F0E-EFF53DCBC0F0}" destId="{BB368BC1-B896-2348-99F6-F55A51A99050}" srcOrd="1" destOrd="0" presId="urn:microsoft.com/office/officeart/2005/8/layout/orgChart1"/>
    <dgm:cxn modelId="{50F38035-0E55-8B49-814E-8CA3382C3BC9}" type="presParOf" srcId="{194D8A87-5349-AF4A-9F0E-EFF53DCBC0F0}" destId="{2A977035-0DC0-3243-B8A4-0E739FE95931}" srcOrd="2" destOrd="0" presId="urn:microsoft.com/office/officeart/2005/8/layout/orgChart1"/>
    <dgm:cxn modelId="{F5240DBB-3BBD-1B49-8D65-0DB9A59A5E3E}" type="presParOf" srcId="{57FF7F91-33D9-8446-9E62-ECD4B7CBAB8D}" destId="{735F163C-488B-9D46-ADB2-9967ACC6777D}" srcOrd="2" destOrd="0" presId="urn:microsoft.com/office/officeart/2005/8/layout/orgChart1"/>
    <dgm:cxn modelId="{9C8C1632-AD5E-6F4C-B2C7-9D8940ECC26E}" type="presParOf" srcId="{57FF7F91-33D9-8446-9E62-ECD4B7CBAB8D}" destId="{8F635F2A-D53D-B444-B776-C81ADE395EB4}" srcOrd="3" destOrd="0" presId="urn:microsoft.com/office/officeart/2005/8/layout/orgChart1"/>
    <dgm:cxn modelId="{6DED0384-DDE1-F846-9566-701D68937D97}" type="presParOf" srcId="{8F635F2A-D53D-B444-B776-C81ADE395EB4}" destId="{FD105085-EDA6-BE4A-B721-B8FB950C068B}" srcOrd="0" destOrd="0" presId="urn:microsoft.com/office/officeart/2005/8/layout/orgChart1"/>
    <dgm:cxn modelId="{8EF5D80D-1E3C-E746-AD68-91DB3802A2A1}" type="presParOf" srcId="{FD105085-EDA6-BE4A-B721-B8FB950C068B}" destId="{CA0B24BC-435C-264A-83EC-181D83C08641}" srcOrd="0" destOrd="0" presId="urn:microsoft.com/office/officeart/2005/8/layout/orgChart1"/>
    <dgm:cxn modelId="{AA08CFE8-C4D8-3042-B22D-8EC8EAD9CBDB}" type="presParOf" srcId="{FD105085-EDA6-BE4A-B721-B8FB950C068B}" destId="{A3EB2DDA-6E2C-204E-A75E-0F60A34C99A7}" srcOrd="1" destOrd="0" presId="urn:microsoft.com/office/officeart/2005/8/layout/orgChart1"/>
    <dgm:cxn modelId="{6DE347ED-7666-3F46-A8C6-7326DC09E341}" type="presParOf" srcId="{8F635F2A-D53D-B444-B776-C81ADE395EB4}" destId="{8A481687-B302-A34B-B5ED-345DCA4FE140}" srcOrd="1" destOrd="0" presId="urn:microsoft.com/office/officeart/2005/8/layout/orgChart1"/>
    <dgm:cxn modelId="{1F38F5DD-76C6-E444-BCA9-EFB3476898B5}" type="presParOf" srcId="{8F635F2A-D53D-B444-B776-C81ADE395EB4}" destId="{0EC7F47F-A81C-B249-BD1E-A1140B899DD2}" srcOrd="2" destOrd="0" presId="urn:microsoft.com/office/officeart/2005/8/layout/orgChart1"/>
    <dgm:cxn modelId="{29E7F7AB-BCE4-3D42-B271-FA42BA573336}" type="presParOf" srcId="{ED3E90F7-BDCC-504B-9DBA-C04E47716C2B}" destId="{448288BD-3012-4B49-AB00-552F678B1A73}" srcOrd="2" destOrd="0" presId="urn:microsoft.com/office/officeart/2005/8/layout/orgChart1"/>
    <dgm:cxn modelId="{9B6FAB5E-12E8-3F40-AF03-B1C7CE70BB26}" type="presParOf" srcId="{F3239ABF-C667-E34A-83C1-6ED1569DB082}" destId="{A8735A19-0523-234D-8C2F-4F26222159BD}" srcOrd="2" destOrd="0" presId="urn:microsoft.com/office/officeart/2005/8/layout/orgChart1"/>
    <dgm:cxn modelId="{9633C079-04E3-E24F-B14D-5AAC5BB7A224}" type="presParOf" srcId="{F3239ABF-C667-E34A-83C1-6ED1569DB082}" destId="{381592BF-D615-AB4D-AD66-0450E5B678DA}" srcOrd="3" destOrd="0" presId="urn:microsoft.com/office/officeart/2005/8/layout/orgChart1"/>
    <dgm:cxn modelId="{8B84C6F2-3B4C-8540-B989-B925F22353E7}" type="presParOf" srcId="{381592BF-D615-AB4D-AD66-0450E5B678DA}" destId="{A8827A4D-6B03-D340-B591-58839E105CEB}" srcOrd="0" destOrd="0" presId="urn:microsoft.com/office/officeart/2005/8/layout/orgChart1"/>
    <dgm:cxn modelId="{AF8330D7-2C16-814C-9F85-14928990AB9C}" type="presParOf" srcId="{A8827A4D-6B03-D340-B591-58839E105CEB}" destId="{79D09485-BF6A-B142-AC54-EC93FA17698D}" srcOrd="0" destOrd="0" presId="urn:microsoft.com/office/officeart/2005/8/layout/orgChart1"/>
    <dgm:cxn modelId="{1E1DE0C9-EE5E-B04E-BB39-DE0F70A80C9F}" type="presParOf" srcId="{A8827A4D-6B03-D340-B591-58839E105CEB}" destId="{441AF950-AD7C-4446-8B5E-AB9A1ED50B67}" srcOrd="1" destOrd="0" presId="urn:microsoft.com/office/officeart/2005/8/layout/orgChart1"/>
    <dgm:cxn modelId="{82E1C468-C4E8-F341-8ED9-B6E0012C5D96}" type="presParOf" srcId="{381592BF-D615-AB4D-AD66-0450E5B678DA}" destId="{1C8F7DDA-A9EC-7140-A740-899F1CF84270}" srcOrd="1" destOrd="0" presId="urn:microsoft.com/office/officeart/2005/8/layout/orgChart1"/>
    <dgm:cxn modelId="{92C2BF6C-F1E4-2741-ABA7-DC23785B582F}" type="presParOf" srcId="{1C8F7DDA-A9EC-7140-A740-899F1CF84270}" destId="{9E54B7A4-D8AE-B444-9749-6570F871CA4F}" srcOrd="0" destOrd="0" presId="urn:microsoft.com/office/officeart/2005/8/layout/orgChart1"/>
    <dgm:cxn modelId="{CCC4C570-2DC1-4740-80B7-E8974E5EBC7F}" type="presParOf" srcId="{1C8F7DDA-A9EC-7140-A740-899F1CF84270}" destId="{462D1C2E-6970-1F44-86A2-07C3008B3DDE}" srcOrd="1" destOrd="0" presId="urn:microsoft.com/office/officeart/2005/8/layout/orgChart1"/>
    <dgm:cxn modelId="{C952880F-FDFB-C943-81CE-E921663A5CE4}" type="presParOf" srcId="{462D1C2E-6970-1F44-86A2-07C3008B3DDE}" destId="{F2D7B380-F983-294B-895A-61F22B1C488C}" srcOrd="0" destOrd="0" presId="urn:microsoft.com/office/officeart/2005/8/layout/orgChart1"/>
    <dgm:cxn modelId="{B1F6810C-FABA-0843-AFB0-BBEF18915279}" type="presParOf" srcId="{F2D7B380-F983-294B-895A-61F22B1C488C}" destId="{48B9D64C-E976-964A-B8D6-FE4783E57DCD}" srcOrd="0" destOrd="0" presId="urn:microsoft.com/office/officeart/2005/8/layout/orgChart1"/>
    <dgm:cxn modelId="{706CE95E-D9B5-AD47-8802-716532003E91}" type="presParOf" srcId="{F2D7B380-F983-294B-895A-61F22B1C488C}" destId="{0559D701-360A-234B-B55F-EA8A6BB3C16A}" srcOrd="1" destOrd="0" presId="urn:microsoft.com/office/officeart/2005/8/layout/orgChart1"/>
    <dgm:cxn modelId="{C8D7FBAC-622B-274E-A283-8B506EA3AA17}" type="presParOf" srcId="{462D1C2E-6970-1F44-86A2-07C3008B3DDE}" destId="{ACD0B863-E9F3-094F-BD30-819D6BE5BFCA}" srcOrd="1" destOrd="0" presId="urn:microsoft.com/office/officeart/2005/8/layout/orgChart1"/>
    <dgm:cxn modelId="{92FF939B-63B1-0444-A4E6-5DAC1DDF7790}" type="presParOf" srcId="{462D1C2E-6970-1F44-86A2-07C3008B3DDE}" destId="{7D37F408-B2B5-C544-B7FD-C9DAC1451B72}" srcOrd="2" destOrd="0" presId="urn:microsoft.com/office/officeart/2005/8/layout/orgChart1"/>
    <dgm:cxn modelId="{1ACD9594-78D2-5E43-88DB-A2DB92AA060F}" type="presParOf" srcId="{1C8F7DDA-A9EC-7140-A740-899F1CF84270}" destId="{9CF26859-D425-D347-B734-4FCF0F058D6A}" srcOrd="2" destOrd="0" presId="urn:microsoft.com/office/officeart/2005/8/layout/orgChart1"/>
    <dgm:cxn modelId="{3B11F70D-389B-7D44-A757-7636A73F24B3}" type="presParOf" srcId="{1C8F7DDA-A9EC-7140-A740-899F1CF84270}" destId="{0B835776-0186-2E45-852C-23C943334AF9}" srcOrd="3" destOrd="0" presId="urn:microsoft.com/office/officeart/2005/8/layout/orgChart1"/>
    <dgm:cxn modelId="{D5433407-1EAC-A046-8E55-B9FECD5AE5BF}" type="presParOf" srcId="{0B835776-0186-2E45-852C-23C943334AF9}" destId="{3E688AF3-26C3-1D41-929E-348DB07360DA}" srcOrd="0" destOrd="0" presId="urn:microsoft.com/office/officeart/2005/8/layout/orgChart1"/>
    <dgm:cxn modelId="{AB7E506E-2BEA-2945-93DD-D30D4D4B7A18}" type="presParOf" srcId="{3E688AF3-26C3-1D41-929E-348DB07360DA}" destId="{C55B7E8B-1362-1741-B745-08524F27A968}" srcOrd="0" destOrd="0" presId="urn:microsoft.com/office/officeart/2005/8/layout/orgChart1"/>
    <dgm:cxn modelId="{80371F2B-E5B9-224C-AC98-9C397199AEB1}" type="presParOf" srcId="{3E688AF3-26C3-1D41-929E-348DB07360DA}" destId="{BF797B1C-4D61-8447-9962-15A569D14E98}" srcOrd="1" destOrd="0" presId="urn:microsoft.com/office/officeart/2005/8/layout/orgChart1"/>
    <dgm:cxn modelId="{BA470924-D5D9-D94D-A3EB-02381C8C8DE5}" type="presParOf" srcId="{0B835776-0186-2E45-852C-23C943334AF9}" destId="{BE95168D-B407-F84D-B4E0-0EA230EBE3A1}" srcOrd="1" destOrd="0" presId="urn:microsoft.com/office/officeart/2005/8/layout/orgChart1"/>
    <dgm:cxn modelId="{0A6D4D04-D0B1-3240-9275-CC3396A9D894}" type="presParOf" srcId="{0B835776-0186-2E45-852C-23C943334AF9}" destId="{3A1769A1-FC5E-DF4B-98BC-8C520115B6F3}" srcOrd="2" destOrd="0" presId="urn:microsoft.com/office/officeart/2005/8/layout/orgChart1"/>
    <dgm:cxn modelId="{93708CB1-0E61-F246-864B-2C06E2A89BB7}" type="presParOf" srcId="{381592BF-D615-AB4D-AD66-0450E5B678DA}" destId="{CD2C120A-8C2D-1548-9566-A8FB28557A7C}" srcOrd="2" destOrd="0" presId="urn:microsoft.com/office/officeart/2005/8/layout/orgChart1"/>
    <dgm:cxn modelId="{A0ADD598-3CF4-AA41-956D-9CE3ADC007DA}" type="presParOf" srcId="{2C536B49-462B-134B-8A46-DA16ED0205ED}" destId="{9D30A9EA-FED1-D246-A3A2-DDF68C8ED3D4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E52B0B4-90C4-1C45-A1B3-4ABD910812E9}" type="doc">
      <dgm:prSet loTypeId="urn:microsoft.com/office/officeart/2005/8/layout/radial3" loCatId="" qsTypeId="urn:microsoft.com/office/officeart/2005/8/quickstyle/simple1" qsCatId="simple" csTypeId="urn:microsoft.com/office/officeart/2005/8/colors/accent1_3" csCatId="accent1" phldr="1"/>
      <dgm:spPr/>
      <dgm:t>
        <a:bodyPr/>
        <a:lstStyle/>
        <a:p>
          <a:endParaRPr lang="en-US"/>
        </a:p>
      </dgm:t>
    </dgm:pt>
    <dgm:pt modelId="{68AA8579-7578-6249-8010-A581CC348539}">
      <dgm:prSet phldrT="[Text]" custT="1"/>
      <dgm:spPr/>
      <dgm:t>
        <a:bodyPr/>
        <a:lstStyle/>
        <a:p>
          <a:r>
            <a:rPr lang="x-none" dirty="0"/>
            <a:t>Predisposi</a:t>
          </a:r>
          <a:r>
            <a:rPr lang="en-US" dirty="0"/>
            <a:t>n</a:t>
          </a:r>
          <a:r>
            <a:rPr lang="x-none" dirty="0"/>
            <a:t>g</a:t>
          </a:r>
          <a:r>
            <a:rPr lang="en-US" dirty="0"/>
            <a:t>    </a:t>
          </a:r>
          <a:r>
            <a:rPr lang="x-none" dirty="0"/>
            <a:t>Factors</a:t>
          </a:r>
          <a:endParaRPr lang="en-US" dirty="0"/>
        </a:p>
      </dgm:t>
    </dgm:pt>
    <dgm:pt modelId="{8E6CA8B7-A916-4645-A04B-99CFD0A3D2BA}" type="parTrans" cxnId="{E06AB0E3-7B24-3C4E-88A7-1834010A04CC}">
      <dgm:prSet/>
      <dgm:spPr/>
      <dgm:t>
        <a:bodyPr/>
        <a:lstStyle/>
        <a:p>
          <a:endParaRPr lang="en-US"/>
        </a:p>
      </dgm:t>
    </dgm:pt>
    <dgm:pt modelId="{46C8FF88-B566-A549-ACAF-F57C979EDBEC}" type="sibTrans" cxnId="{E06AB0E3-7B24-3C4E-88A7-1834010A04CC}">
      <dgm:prSet/>
      <dgm:spPr/>
      <dgm:t>
        <a:bodyPr/>
        <a:lstStyle/>
        <a:p>
          <a:endParaRPr lang="en-US"/>
        </a:p>
      </dgm:t>
    </dgm:pt>
    <dgm:pt modelId="{B11F9811-26BD-DB40-A136-518CE5EF10CE}">
      <dgm:prSet phldrT="[Text]"/>
      <dgm:spPr/>
      <dgm:t>
        <a:bodyPr/>
        <a:lstStyle/>
        <a:p>
          <a:r>
            <a:rPr lang="en-US" dirty="0"/>
            <a:t>Abnormal drug metabolism</a:t>
          </a:r>
        </a:p>
      </dgm:t>
    </dgm:pt>
    <dgm:pt modelId="{BBDB10C7-67D8-3F42-A9DB-92D0396559EF}" type="parTrans" cxnId="{671C2E91-01FE-5448-8170-CD55BF7BBBB6}">
      <dgm:prSet/>
      <dgm:spPr/>
      <dgm:t>
        <a:bodyPr/>
        <a:lstStyle/>
        <a:p>
          <a:endParaRPr lang="en-US"/>
        </a:p>
      </dgm:t>
    </dgm:pt>
    <dgm:pt modelId="{95CCA432-0700-7C41-8962-FE2F8CB57ADA}" type="sibTrans" cxnId="{671C2E91-01FE-5448-8170-CD55BF7BBBB6}">
      <dgm:prSet/>
      <dgm:spPr/>
      <dgm:t>
        <a:bodyPr/>
        <a:lstStyle/>
        <a:p>
          <a:endParaRPr lang="en-US"/>
        </a:p>
      </dgm:t>
    </dgm:pt>
    <dgm:pt modelId="{09050A21-F7F8-AC4F-96BD-1D946076EFA8}">
      <dgm:prSet phldrT="[Text]"/>
      <dgm:spPr/>
      <dgm:t>
        <a:bodyPr/>
        <a:lstStyle/>
        <a:p>
          <a:r>
            <a:rPr lang="en-US" dirty="0"/>
            <a:t>Host disease</a:t>
          </a:r>
        </a:p>
      </dgm:t>
    </dgm:pt>
    <dgm:pt modelId="{E6B146D0-8902-7D48-9A6F-6D5ED21C1EF7}" type="parTrans" cxnId="{71FA50ED-8A09-B047-9F9A-1FB76C7E1807}">
      <dgm:prSet/>
      <dgm:spPr/>
      <dgm:t>
        <a:bodyPr/>
        <a:lstStyle/>
        <a:p>
          <a:endParaRPr lang="en-US"/>
        </a:p>
      </dgm:t>
    </dgm:pt>
    <dgm:pt modelId="{15842F71-1C70-8C4F-98DD-27EE21B90303}" type="sibTrans" cxnId="{71FA50ED-8A09-B047-9F9A-1FB76C7E1807}">
      <dgm:prSet/>
      <dgm:spPr/>
      <dgm:t>
        <a:bodyPr/>
        <a:lstStyle/>
        <a:p>
          <a:endParaRPr lang="en-US"/>
        </a:p>
      </dgm:t>
    </dgm:pt>
    <dgm:pt modelId="{03CE45D7-009A-B242-AA96-2BF6BB404B2D}">
      <dgm:prSet phldrT="[Text]"/>
      <dgm:spPr/>
      <dgm:t>
        <a:bodyPr/>
        <a:lstStyle/>
        <a:p>
          <a:r>
            <a:rPr lang="en-US" dirty="0"/>
            <a:t>Elderly</a:t>
          </a:r>
        </a:p>
      </dgm:t>
    </dgm:pt>
    <dgm:pt modelId="{C83A45A3-923C-2D47-A77C-CA56D604DF61}" type="parTrans" cxnId="{0631C93F-813F-2344-B2CA-187F860AE834}">
      <dgm:prSet/>
      <dgm:spPr/>
      <dgm:t>
        <a:bodyPr/>
        <a:lstStyle/>
        <a:p>
          <a:endParaRPr lang="en-US"/>
        </a:p>
      </dgm:t>
    </dgm:pt>
    <dgm:pt modelId="{5712CD51-31A3-BE4F-9636-50573C239670}" type="sibTrans" cxnId="{0631C93F-813F-2344-B2CA-187F860AE834}">
      <dgm:prSet/>
      <dgm:spPr/>
      <dgm:t>
        <a:bodyPr/>
        <a:lstStyle/>
        <a:p>
          <a:endParaRPr lang="en-US"/>
        </a:p>
      </dgm:t>
    </dgm:pt>
    <dgm:pt modelId="{CCEAE7CC-DC5D-3F48-A2A0-6B885E7F9355}">
      <dgm:prSet phldrT="[Text]"/>
      <dgm:spPr/>
      <dgm:t>
        <a:bodyPr/>
        <a:lstStyle/>
        <a:p>
          <a:r>
            <a:rPr lang="en-US" dirty="0"/>
            <a:t>Polypharmacy</a:t>
          </a:r>
        </a:p>
      </dgm:t>
    </dgm:pt>
    <dgm:pt modelId="{AB31EBA0-0B25-2340-A51B-232F898E6EEA}" type="parTrans" cxnId="{C4BE0A43-085A-AC4B-A0D4-44ECF1D70862}">
      <dgm:prSet/>
      <dgm:spPr/>
      <dgm:t>
        <a:bodyPr/>
        <a:lstStyle/>
        <a:p>
          <a:endParaRPr lang="en-US"/>
        </a:p>
      </dgm:t>
    </dgm:pt>
    <dgm:pt modelId="{52629E6D-E958-A04D-9436-5D949386504B}" type="sibTrans" cxnId="{C4BE0A43-085A-AC4B-A0D4-44ECF1D70862}">
      <dgm:prSet/>
      <dgm:spPr/>
      <dgm:t>
        <a:bodyPr/>
        <a:lstStyle/>
        <a:p>
          <a:endParaRPr lang="en-US"/>
        </a:p>
      </dgm:t>
    </dgm:pt>
    <dgm:pt modelId="{718D08D1-0754-AF42-A5F2-77C3E8DE5B83}">
      <dgm:prSet/>
      <dgm:spPr/>
      <dgm:t>
        <a:bodyPr/>
        <a:lstStyle/>
        <a:p>
          <a:r>
            <a:rPr lang="en-US" dirty="0"/>
            <a:t>Previous hypersensitivity </a:t>
          </a:r>
        </a:p>
      </dgm:t>
    </dgm:pt>
    <dgm:pt modelId="{2841EF48-0487-F548-A5DE-C4CE864221B1}" type="parTrans" cxnId="{48B3DFD2-B8B8-3548-BB3E-C9D53AA18AAE}">
      <dgm:prSet/>
      <dgm:spPr/>
      <dgm:t>
        <a:bodyPr/>
        <a:lstStyle/>
        <a:p>
          <a:endParaRPr lang="en-US"/>
        </a:p>
      </dgm:t>
    </dgm:pt>
    <dgm:pt modelId="{E0739078-9F1F-684C-8703-BAB2E8AFD3C2}" type="sibTrans" cxnId="{48B3DFD2-B8B8-3548-BB3E-C9D53AA18AAE}">
      <dgm:prSet/>
      <dgm:spPr/>
      <dgm:t>
        <a:bodyPr/>
        <a:lstStyle/>
        <a:p>
          <a:endParaRPr lang="en-US"/>
        </a:p>
      </dgm:t>
    </dgm:pt>
    <dgm:pt modelId="{5270B3C4-3CD2-1649-A850-5BEA427319EB}" type="pres">
      <dgm:prSet presAssocID="{DE52B0B4-90C4-1C45-A1B3-4ABD910812E9}" presName="composite" presStyleCnt="0">
        <dgm:presLayoutVars>
          <dgm:chMax val="1"/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26199612-97DC-0747-9E9F-6E2DB7B4A949}" type="pres">
      <dgm:prSet presAssocID="{DE52B0B4-90C4-1C45-A1B3-4ABD910812E9}" presName="radial" presStyleCnt="0">
        <dgm:presLayoutVars>
          <dgm:animLvl val="ctr"/>
        </dgm:presLayoutVars>
      </dgm:prSet>
      <dgm:spPr/>
    </dgm:pt>
    <dgm:pt modelId="{7453605D-3508-2942-A50F-6530E259A746}" type="pres">
      <dgm:prSet presAssocID="{68AA8579-7578-6249-8010-A581CC348539}" presName="centerShape" presStyleLbl="vennNode1" presStyleIdx="0" presStyleCnt="6" custScaleX="111419"/>
      <dgm:spPr/>
      <dgm:t>
        <a:bodyPr/>
        <a:lstStyle/>
        <a:p>
          <a:endParaRPr lang="en-US"/>
        </a:p>
      </dgm:t>
    </dgm:pt>
    <dgm:pt modelId="{FC9E2EC5-F3FF-F244-8E44-0529D0B1919B}" type="pres">
      <dgm:prSet presAssocID="{B11F9811-26BD-DB40-A136-518CE5EF10CE}" presName="node" presStyleLbl="vennNode1" presStyleIdx="1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9AC03C9-2D42-8942-AC23-AD976F853B40}" type="pres">
      <dgm:prSet presAssocID="{09050A21-F7F8-AC4F-96BD-1D946076EFA8}" presName="node" presStyleLbl="vennNode1" presStyleIdx="2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20D8D87-C3D6-BB42-B8B4-BCFBE00BB5A8}" type="pres">
      <dgm:prSet presAssocID="{03CE45D7-009A-B242-AA96-2BF6BB404B2D}" presName="node" presStyleLbl="vennNode1" presStyleIdx="3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7BBC707-FF48-754E-BEDB-43AAC5D7D88E}" type="pres">
      <dgm:prSet presAssocID="{CCEAE7CC-DC5D-3F48-A2A0-6B885E7F9355}" presName="node" presStyleLbl="vennNode1" presStyleIdx="4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A717CDE-76B8-C44D-B628-DD9027F7BABF}" type="pres">
      <dgm:prSet presAssocID="{718D08D1-0754-AF42-A5F2-77C3E8DE5B83}" presName="node" presStyleLbl="vennNode1" presStyleIdx="5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7E968116-D840-F640-90DD-6C99F2B3DB6D}" type="presOf" srcId="{03CE45D7-009A-B242-AA96-2BF6BB404B2D}" destId="{920D8D87-C3D6-BB42-B8B4-BCFBE00BB5A8}" srcOrd="0" destOrd="0" presId="urn:microsoft.com/office/officeart/2005/8/layout/radial3"/>
    <dgm:cxn modelId="{71FA50ED-8A09-B047-9F9A-1FB76C7E1807}" srcId="{68AA8579-7578-6249-8010-A581CC348539}" destId="{09050A21-F7F8-AC4F-96BD-1D946076EFA8}" srcOrd="1" destOrd="0" parTransId="{E6B146D0-8902-7D48-9A6F-6D5ED21C1EF7}" sibTransId="{15842F71-1C70-8C4F-98DD-27EE21B90303}"/>
    <dgm:cxn modelId="{D788CF82-E230-BF4C-B67A-6C964A1B454C}" type="presOf" srcId="{09050A21-F7F8-AC4F-96BD-1D946076EFA8}" destId="{59AC03C9-2D42-8942-AC23-AD976F853B40}" srcOrd="0" destOrd="0" presId="urn:microsoft.com/office/officeart/2005/8/layout/radial3"/>
    <dgm:cxn modelId="{E06AB0E3-7B24-3C4E-88A7-1834010A04CC}" srcId="{DE52B0B4-90C4-1C45-A1B3-4ABD910812E9}" destId="{68AA8579-7578-6249-8010-A581CC348539}" srcOrd="0" destOrd="0" parTransId="{8E6CA8B7-A916-4645-A04B-99CFD0A3D2BA}" sibTransId="{46C8FF88-B566-A549-ACAF-F57C979EDBEC}"/>
    <dgm:cxn modelId="{C4BE0A43-085A-AC4B-A0D4-44ECF1D70862}" srcId="{68AA8579-7578-6249-8010-A581CC348539}" destId="{CCEAE7CC-DC5D-3F48-A2A0-6B885E7F9355}" srcOrd="3" destOrd="0" parTransId="{AB31EBA0-0B25-2340-A51B-232F898E6EEA}" sibTransId="{52629E6D-E958-A04D-9436-5D949386504B}"/>
    <dgm:cxn modelId="{0631C93F-813F-2344-B2CA-187F860AE834}" srcId="{68AA8579-7578-6249-8010-A581CC348539}" destId="{03CE45D7-009A-B242-AA96-2BF6BB404B2D}" srcOrd="2" destOrd="0" parTransId="{C83A45A3-923C-2D47-A77C-CA56D604DF61}" sibTransId="{5712CD51-31A3-BE4F-9636-50573C239670}"/>
    <dgm:cxn modelId="{671C2E91-01FE-5448-8170-CD55BF7BBBB6}" srcId="{68AA8579-7578-6249-8010-A581CC348539}" destId="{B11F9811-26BD-DB40-A136-518CE5EF10CE}" srcOrd="0" destOrd="0" parTransId="{BBDB10C7-67D8-3F42-A9DB-92D0396559EF}" sibTransId="{95CCA432-0700-7C41-8962-FE2F8CB57ADA}"/>
    <dgm:cxn modelId="{57CB6449-A60C-B640-90E4-0AB8CCCA4B15}" type="presOf" srcId="{718D08D1-0754-AF42-A5F2-77C3E8DE5B83}" destId="{AA717CDE-76B8-C44D-B628-DD9027F7BABF}" srcOrd="0" destOrd="0" presId="urn:microsoft.com/office/officeart/2005/8/layout/radial3"/>
    <dgm:cxn modelId="{BAC65C34-B5B8-8043-8DE4-743B9B204654}" type="presOf" srcId="{DE52B0B4-90C4-1C45-A1B3-4ABD910812E9}" destId="{5270B3C4-3CD2-1649-A850-5BEA427319EB}" srcOrd="0" destOrd="0" presId="urn:microsoft.com/office/officeart/2005/8/layout/radial3"/>
    <dgm:cxn modelId="{5D8E1829-A943-AC45-89BD-D7B9CE212057}" type="presOf" srcId="{CCEAE7CC-DC5D-3F48-A2A0-6B885E7F9355}" destId="{F7BBC707-FF48-754E-BEDB-43AAC5D7D88E}" srcOrd="0" destOrd="0" presId="urn:microsoft.com/office/officeart/2005/8/layout/radial3"/>
    <dgm:cxn modelId="{D5F5A435-C85A-6743-8558-830A822963FB}" type="presOf" srcId="{68AA8579-7578-6249-8010-A581CC348539}" destId="{7453605D-3508-2942-A50F-6530E259A746}" srcOrd="0" destOrd="0" presId="urn:microsoft.com/office/officeart/2005/8/layout/radial3"/>
    <dgm:cxn modelId="{48B3DFD2-B8B8-3548-BB3E-C9D53AA18AAE}" srcId="{68AA8579-7578-6249-8010-A581CC348539}" destId="{718D08D1-0754-AF42-A5F2-77C3E8DE5B83}" srcOrd="4" destOrd="0" parTransId="{2841EF48-0487-F548-A5DE-C4CE864221B1}" sibTransId="{E0739078-9F1F-684C-8703-BAB2E8AFD3C2}"/>
    <dgm:cxn modelId="{4F548800-5F08-BC4A-8188-040128A428AD}" type="presOf" srcId="{B11F9811-26BD-DB40-A136-518CE5EF10CE}" destId="{FC9E2EC5-F3FF-F244-8E44-0529D0B1919B}" srcOrd="0" destOrd="0" presId="urn:microsoft.com/office/officeart/2005/8/layout/radial3"/>
    <dgm:cxn modelId="{74759288-5F4D-3249-8C62-AEB07AE65D69}" type="presParOf" srcId="{5270B3C4-3CD2-1649-A850-5BEA427319EB}" destId="{26199612-97DC-0747-9E9F-6E2DB7B4A949}" srcOrd="0" destOrd="0" presId="urn:microsoft.com/office/officeart/2005/8/layout/radial3"/>
    <dgm:cxn modelId="{735D7387-C3EC-1344-B498-2C8672740356}" type="presParOf" srcId="{26199612-97DC-0747-9E9F-6E2DB7B4A949}" destId="{7453605D-3508-2942-A50F-6530E259A746}" srcOrd="0" destOrd="0" presId="urn:microsoft.com/office/officeart/2005/8/layout/radial3"/>
    <dgm:cxn modelId="{C20462FE-42A4-C940-B546-9B84AF0FAC41}" type="presParOf" srcId="{26199612-97DC-0747-9E9F-6E2DB7B4A949}" destId="{FC9E2EC5-F3FF-F244-8E44-0529D0B1919B}" srcOrd="1" destOrd="0" presId="urn:microsoft.com/office/officeart/2005/8/layout/radial3"/>
    <dgm:cxn modelId="{8176E1E3-88F6-F449-A8D0-16F1C95259E6}" type="presParOf" srcId="{26199612-97DC-0747-9E9F-6E2DB7B4A949}" destId="{59AC03C9-2D42-8942-AC23-AD976F853B40}" srcOrd="2" destOrd="0" presId="urn:microsoft.com/office/officeart/2005/8/layout/radial3"/>
    <dgm:cxn modelId="{5BBBD98E-35E1-4E43-8DF7-6C3598D2132C}" type="presParOf" srcId="{26199612-97DC-0747-9E9F-6E2DB7B4A949}" destId="{920D8D87-C3D6-BB42-B8B4-BCFBE00BB5A8}" srcOrd="3" destOrd="0" presId="urn:microsoft.com/office/officeart/2005/8/layout/radial3"/>
    <dgm:cxn modelId="{DCEE6AE7-FABB-0147-9F49-559F82103D7B}" type="presParOf" srcId="{26199612-97DC-0747-9E9F-6E2DB7B4A949}" destId="{F7BBC707-FF48-754E-BEDB-43AAC5D7D88E}" srcOrd="4" destOrd="0" presId="urn:microsoft.com/office/officeart/2005/8/layout/radial3"/>
    <dgm:cxn modelId="{17DBB0E0-2509-5F40-B441-5CD5DEBBDC3D}" type="presParOf" srcId="{26199612-97DC-0747-9E9F-6E2DB7B4A949}" destId="{AA717CDE-76B8-C44D-B628-DD9027F7BABF}" srcOrd="5" destOrd="0" presId="urn:microsoft.com/office/officeart/2005/8/layout/radial3"/>
  </dgm:cxnLst>
  <dgm:bg>
    <a:noFill/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53605D-3508-2942-A50F-6530E259A746}">
      <dsp:nvSpPr>
        <dsp:cNvPr id="0" name=""/>
        <dsp:cNvSpPr/>
      </dsp:nvSpPr>
      <dsp:spPr>
        <a:xfrm>
          <a:off x="3993083" y="1697324"/>
          <a:ext cx="4438840" cy="4585583"/>
        </a:xfrm>
        <a:prstGeom prst="ellipse">
          <a:avLst/>
        </a:prstGeom>
        <a:blipFill rotWithShape="0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a:blipFill>
        <a:ln w="41275" cap="flat" cmpd="sng" algn="ctr">
          <a:solidFill>
            <a:srgbClr val="7892BE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3600" kern="1200" dirty="0"/>
        </a:p>
      </dsp:txBody>
      <dsp:txXfrm>
        <a:off x="4643136" y="2368867"/>
        <a:ext cx="3138734" cy="3242497"/>
      </dsp:txXfrm>
    </dsp:sp>
    <dsp:sp modelId="{FC9E2EC5-F3FF-F244-8E44-0529D0B1919B}">
      <dsp:nvSpPr>
        <dsp:cNvPr id="0" name=""/>
        <dsp:cNvSpPr/>
      </dsp:nvSpPr>
      <dsp:spPr>
        <a:xfrm>
          <a:off x="4848521" y="8"/>
          <a:ext cx="2494956" cy="1972344"/>
        </a:xfrm>
        <a:prstGeom prst="ellipse">
          <a:avLst/>
        </a:prstGeom>
        <a:solidFill>
          <a:schemeClr val="accent1">
            <a:shade val="80000"/>
            <a:alpha val="50000"/>
            <a:hueOff val="109120"/>
            <a:satOff val="-11378"/>
            <a:lumOff val="764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/>
            <a:t>Wheals</a:t>
          </a:r>
        </a:p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/>
            <a:t>Distinctly Pruritic</a:t>
          </a:r>
        </a:p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b="0" kern="1200" dirty="0"/>
            <a:t>solitary/confluent</a:t>
          </a:r>
        </a:p>
      </dsp:txBody>
      <dsp:txXfrm>
        <a:off x="5213899" y="288851"/>
        <a:ext cx="1764200" cy="1394658"/>
      </dsp:txXfrm>
    </dsp:sp>
    <dsp:sp modelId="{59AC03C9-2D42-8942-AC23-AD976F853B40}">
      <dsp:nvSpPr>
        <dsp:cNvPr id="0" name=""/>
        <dsp:cNvSpPr/>
      </dsp:nvSpPr>
      <dsp:spPr>
        <a:xfrm>
          <a:off x="2519399" y="4763094"/>
          <a:ext cx="1972344" cy="1972344"/>
        </a:xfrm>
        <a:prstGeom prst="ellipse">
          <a:avLst/>
        </a:prstGeom>
        <a:solidFill>
          <a:schemeClr val="accent1">
            <a:shade val="80000"/>
            <a:alpha val="50000"/>
            <a:hueOff val="218239"/>
            <a:satOff val="-22757"/>
            <a:lumOff val="1528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/>
            <a:t>Pattern</a:t>
          </a:r>
          <a:endParaRPr lang="en-US" sz="1400" b="1" kern="1200" dirty="0"/>
        </a:p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/>
            <a:t>&lt;2h/ 12hr-36hr Duration</a:t>
          </a:r>
        </a:p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/>
            <a:t>Old lesions fading as new ones appear. </a:t>
          </a:r>
        </a:p>
      </dsp:txBody>
      <dsp:txXfrm>
        <a:off x="2808242" y="5051937"/>
        <a:ext cx="1394658" cy="1394658"/>
      </dsp:txXfrm>
    </dsp:sp>
    <dsp:sp modelId="{920D8D87-C3D6-BB42-B8B4-BCFBE00BB5A8}">
      <dsp:nvSpPr>
        <dsp:cNvPr id="0" name=""/>
        <dsp:cNvSpPr/>
      </dsp:nvSpPr>
      <dsp:spPr>
        <a:xfrm>
          <a:off x="2063256" y="1628865"/>
          <a:ext cx="2176482" cy="2077174"/>
        </a:xfrm>
        <a:prstGeom prst="ellipse">
          <a:avLst/>
        </a:prstGeom>
        <a:solidFill>
          <a:schemeClr val="accent1">
            <a:shade val="80000"/>
            <a:alpha val="50000"/>
            <a:hueOff val="327359"/>
            <a:satOff val="-34135"/>
            <a:lumOff val="2293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/>
            <a:t>No Residual </a:t>
          </a:r>
          <a:r>
            <a:rPr lang="en-US" sz="2000" b="1" kern="1200" baseline="0" dirty="0"/>
            <a:t> scaring </a:t>
          </a:r>
          <a:r>
            <a:rPr lang="en-US" sz="2000" kern="1200" baseline="0" dirty="0"/>
            <a:t>Unless vasculitis involved </a:t>
          </a:r>
          <a:endParaRPr lang="en-US" sz="2000" kern="1200" dirty="0"/>
        </a:p>
      </dsp:txBody>
      <dsp:txXfrm>
        <a:off x="2381994" y="1933060"/>
        <a:ext cx="1539006" cy="1468784"/>
      </dsp:txXfrm>
    </dsp:sp>
    <dsp:sp modelId="{F7BBC707-FF48-754E-BEDB-43AAC5D7D88E}">
      <dsp:nvSpPr>
        <dsp:cNvPr id="0" name=""/>
        <dsp:cNvSpPr/>
      </dsp:nvSpPr>
      <dsp:spPr>
        <a:xfrm>
          <a:off x="8240178" y="1789366"/>
          <a:ext cx="1978853" cy="1972344"/>
        </a:xfrm>
        <a:prstGeom prst="ellipse">
          <a:avLst/>
        </a:prstGeom>
        <a:solidFill>
          <a:schemeClr val="accent1">
            <a:shade val="80000"/>
            <a:alpha val="50000"/>
            <a:hueOff val="436479"/>
            <a:satOff val="-45514"/>
            <a:lumOff val="3057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/>
            <a:t>Angioedema</a:t>
          </a:r>
        </a:p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/>
            <a:t>periorbital perioral </a:t>
          </a:r>
        </a:p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/>
            <a:t>URTI </a:t>
          </a:r>
          <a:r>
            <a:rPr lang="en-US" sz="1600" kern="1200" dirty="0">
              <a:sym typeface="Wingdings" pitchFamily="2" charset="2"/>
            </a:rPr>
            <a:t> Laryngeal Obstruction</a:t>
          </a:r>
          <a:endParaRPr lang="en-US" sz="1600" kern="1200" dirty="0"/>
        </a:p>
      </dsp:txBody>
      <dsp:txXfrm>
        <a:off x="8529974" y="2078209"/>
        <a:ext cx="1399261" cy="1394658"/>
      </dsp:txXfrm>
    </dsp:sp>
    <dsp:sp modelId="{AA717CDE-76B8-C44D-B628-DD9027F7BABF}">
      <dsp:nvSpPr>
        <dsp:cNvPr id="0" name=""/>
        <dsp:cNvSpPr/>
      </dsp:nvSpPr>
      <dsp:spPr>
        <a:xfrm>
          <a:off x="7918391" y="4819653"/>
          <a:ext cx="1972344" cy="1972344"/>
        </a:xfrm>
        <a:prstGeom prst="ellipse">
          <a:avLst/>
        </a:prstGeom>
        <a:solidFill>
          <a:schemeClr val="accent1">
            <a:shade val="80000"/>
            <a:alpha val="50000"/>
            <a:hueOff val="545598"/>
            <a:satOff val="-56892"/>
            <a:lumOff val="3822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b="1" kern="1200" dirty="0"/>
            <a:t>Distribution</a:t>
          </a:r>
        </a:p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/>
            <a:t>Head to toe: Asymmetrical</a:t>
          </a:r>
        </a:p>
      </dsp:txBody>
      <dsp:txXfrm>
        <a:off x="8207234" y="5108496"/>
        <a:ext cx="1394658" cy="139465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F26859-D425-D347-B734-4FCF0F058D6A}">
      <dsp:nvSpPr>
        <dsp:cNvPr id="0" name=""/>
        <dsp:cNvSpPr/>
      </dsp:nvSpPr>
      <dsp:spPr>
        <a:xfrm>
          <a:off x="6514634" y="2398003"/>
          <a:ext cx="91440" cy="2231754"/>
        </a:xfrm>
        <a:custGeom>
          <a:avLst/>
          <a:gdLst/>
          <a:ahLst/>
          <a:cxnLst/>
          <a:rect l="0" t="0" r="0" b="0"/>
          <a:pathLst>
            <a:path>
              <a:moveTo>
                <a:pt x="71921" y="0"/>
              </a:moveTo>
              <a:lnTo>
                <a:pt x="45720" y="223175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E54B7A4-D8AE-B444-9749-6570F871CA4F}">
      <dsp:nvSpPr>
        <dsp:cNvPr id="0" name=""/>
        <dsp:cNvSpPr/>
      </dsp:nvSpPr>
      <dsp:spPr>
        <a:xfrm>
          <a:off x="6514634" y="2398003"/>
          <a:ext cx="91440" cy="959398"/>
        </a:xfrm>
        <a:custGeom>
          <a:avLst/>
          <a:gdLst/>
          <a:ahLst/>
          <a:cxnLst/>
          <a:rect l="0" t="0" r="0" b="0"/>
          <a:pathLst>
            <a:path>
              <a:moveTo>
                <a:pt x="71921" y="0"/>
              </a:moveTo>
              <a:lnTo>
                <a:pt x="45720" y="959398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8735A19-0523-234D-8C2F-4F26222159BD}">
      <dsp:nvSpPr>
        <dsp:cNvPr id="0" name=""/>
        <dsp:cNvSpPr/>
      </dsp:nvSpPr>
      <dsp:spPr>
        <a:xfrm>
          <a:off x="4052606" y="1030587"/>
          <a:ext cx="3357873" cy="33751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1230"/>
              </a:lnTo>
              <a:lnTo>
                <a:pt x="3357873" y="121230"/>
              </a:lnTo>
              <a:lnTo>
                <a:pt x="3357873" y="33751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35F163C-488B-9D46-ADB2-9967ACC6777D}">
      <dsp:nvSpPr>
        <dsp:cNvPr id="0" name=""/>
        <dsp:cNvSpPr/>
      </dsp:nvSpPr>
      <dsp:spPr>
        <a:xfrm>
          <a:off x="286643" y="2398003"/>
          <a:ext cx="118871" cy="238375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383757"/>
              </a:lnTo>
              <a:lnTo>
                <a:pt x="118871" y="2383757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1D5483E-7590-854C-A9E6-A036BBA88157}">
      <dsp:nvSpPr>
        <dsp:cNvPr id="0" name=""/>
        <dsp:cNvSpPr/>
      </dsp:nvSpPr>
      <dsp:spPr>
        <a:xfrm>
          <a:off x="286643" y="2398003"/>
          <a:ext cx="130756" cy="99504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95043"/>
              </a:lnTo>
              <a:lnTo>
                <a:pt x="130756" y="995043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F7391FC-D72B-A64E-B514-FAEB0E5C66A3}">
      <dsp:nvSpPr>
        <dsp:cNvPr id="0" name=""/>
        <dsp:cNvSpPr/>
      </dsp:nvSpPr>
      <dsp:spPr>
        <a:xfrm>
          <a:off x="1110567" y="1030587"/>
          <a:ext cx="2942038" cy="337510"/>
        </a:xfrm>
        <a:custGeom>
          <a:avLst/>
          <a:gdLst/>
          <a:ahLst/>
          <a:cxnLst/>
          <a:rect l="0" t="0" r="0" b="0"/>
          <a:pathLst>
            <a:path>
              <a:moveTo>
                <a:pt x="2942038" y="0"/>
              </a:moveTo>
              <a:lnTo>
                <a:pt x="2942038" y="121230"/>
              </a:lnTo>
              <a:lnTo>
                <a:pt x="0" y="121230"/>
              </a:lnTo>
              <a:lnTo>
                <a:pt x="0" y="33751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0BAC2AC-8710-464A-85A0-32A410EE657D}">
      <dsp:nvSpPr>
        <dsp:cNvPr id="0" name=""/>
        <dsp:cNvSpPr/>
      </dsp:nvSpPr>
      <dsp:spPr>
        <a:xfrm>
          <a:off x="3022700" y="681"/>
          <a:ext cx="2059811" cy="102990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Urticaria</a:t>
          </a:r>
        </a:p>
      </dsp:txBody>
      <dsp:txXfrm>
        <a:off x="3022700" y="681"/>
        <a:ext cx="2059811" cy="1029905"/>
      </dsp:txXfrm>
    </dsp:sp>
    <dsp:sp modelId="{87F1F68F-7ABD-EB45-B7DD-CBD5526002C1}">
      <dsp:nvSpPr>
        <dsp:cNvPr id="0" name=""/>
        <dsp:cNvSpPr/>
      </dsp:nvSpPr>
      <dsp:spPr>
        <a:xfrm>
          <a:off x="80661" y="1368097"/>
          <a:ext cx="2059811" cy="102990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Duration</a:t>
          </a:r>
        </a:p>
      </dsp:txBody>
      <dsp:txXfrm>
        <a:off x="80661" y="1368097"/>
        <a:ext cx="2059811" cy="1029905"/>
      </dsp:txXfrm>
    </dsp:sp>
    <dsp:sp modelId="{562C86DE-5BE7-1249-9DDE-968975576D26}">
      <dsp:nvSpPr>
        <dsp:cNvPr id="0" name=""/>
        <dsp:cNvSpPr/>
      </dsp:nvSpPr>
      <dsp:spPr>
        <a:xfrm>
          <a:off x="417399" y="2878093"/>
          <a:ext cx="2593755" cy="102990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ACUTE&lt;6WKS</a:t>
          </a:r>
        </a:p>
      </dsp:txBody>
      <dsp:txXfrm>
        <a:off x="417399" y="2878093"/>
        <a:ext cx="2593755" cy="1029905"/>
      </dsp:txXfrm>
    </dsp:sp>
    <dsp:sp modelId="{CA0B24BC-435C-264A-83EC-181D83C08641}">
      <dsp:nvSpPr>
        <dsp:cNvPr id="0" name=""/>
        <dsp:cNvSpPr/>
      </dsp:nvSpPr>
      <dsp:spPr>
        <a:xfrm>
          <a:off x="405514" y="4266808"/>
          <a:ext cx="3075277" cy="102990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CHRONIC &gt;6 WKS</a:t>
          </a:r>
        </a:p>
      </dsp:txBody>
      <dsp:txXfrm>
        <a:off x="405514" y="4266808"/>
        <a:ext cx="3075277" cy="1029905"/>
      </dsp:txXfrm>
    </dsp:sp>
    <dsp:sp modelId="{79D09485-BF6A-B142-AC54-EC93FA17698D}">
      <dsp:nvSpPr>
        <dsp:cNvPr id="0" name=""/>
        <dsp:cNvSpPr/>
      </dsp:nvSpPr>
      <dsp:spPr>
        <a:xfrm>
          <a:off x="6380574" y="1368097"/>
          <a:ext cx="2059811" cy="102990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Triggers</a:t>
          </a:r>
        </a:p>
      </dsp:txBody>
      <dsp:txXfrm>
        <a:off x="6380574" y="1368097"/>
        <a:ext cx="2059811" cy="1029905"/>
      </dsp:txXfrm>
    </dsp:sp>
    <dsp:sp modelId="{48B9D64C-E976-964A-B8D6-FE4783E57DCD}">
      <dsp:nvSpPr>
        <dsp:cNvPr id="0" name=""/>
        <dsp:cNvSpPr/>
      </dsp:nvSpPr>
      <dsp:spPr>
        <a:xfrm>
          <a:off x="6560354" y="2842448"/>
          <a:ext cx="2059811" cy="102990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SPONTANEOUS</a:t>
          </a:r>
        </a:p>
      </dsp:txBody>
      <dsp:txXfrm>
        <a:off x="6560354" y="2842448"/>
        <a:ext cx="2059811" cy="1029905"/>
      </dsp:txXfrm>
    </dsp:sp>
    <dsp:sp modelId="{C55B7E8B-1362-1741-B745-08524F27A968}">
      <dsp:nvSpPr>
        <dsp:cNvPr id="0" name=""/>
        <dsp:cNvSpPr/>
      </dsp:nvSpPr>
      <dsp:spPr>
        <a:xfrm>
          <a:off x="6560354" y="4114804"/>
          <a:ext cx="2059811" cy="102990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INDUCIBLE</a:t>
          </a:r>
        </a:p>
      </dsp:txBody>
      <dsp:txXfrm>
        <a:off x="6560354" y="4114804"/>
        <a:ext cx="2059811" cy="102990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53605D-3508-2942-A50F-6530E259A746}">
      <dsp:nvSpPr>
        <dsp:cNvPr id="0" name=""/>
        <dsp:cNvSpPr/>
      </dsp:nvSpPr>
      <dsp:spPr>
        <a:xfrm>
          <a:off x="3180609" y="1571322"/>
          <a:ext cx="4058389" cy="3642457"/>
        </a:xfrm>
        <a:prstGeom prst="ellipse">
          <a:avLst/>
        </a:prstGeom>
        <a:solidFill>
          <a:schemeClr val="accent1">
            <a:shade val="80000"/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x-none" sz="3600" kern="1200" dirty="0"/>
            <a:t>Predisposi</a:t>
          </a:r>
          <a:r>
            <a:rPr lang="en-US" sz="3600" kern="1200" dirty="0"/>
            <a:t>n</a:t>
          </a:r>
          <a:r>
            <a:rPr lang="x-none" sz="3600" kern="1200" dirty="0"/>
            <a:t>g</a:t>
          </a:r>
          <a:r>
            <a:rPr lang="en-US" sz="3600" kern="1200" dirty="0"/>
            <a:t>    </a:t>
          </a:r>
          <a:r>
            <a:rPr lang="x-none" sz="3600" kern="1200" dirty="0"/>
            <a:t>Factors</a:t>
          </a:r>
          <a:endParaRPr lang="en-US" sz="3600" kern="1200" dirty="0"/>
        </a:p>
      </dsp:txBody>
      <dsp:txXfrm>
        <a:off x="3774946" y="2104747"/>
        <a:ext cx="2869715" cy="2575607"/>
      </dsp:txXfrm>
    </dsp:sp>
    <dsp:sp modelId="{FC9E2EC5-F3FF-F244-8E44-0529D0B1919B}">
      <dsp:nvSpPr>
        <dsp:cNvPr id="0" name=""/>
        <dsp:cNvSpPr/>
      </dsp:nvSpPr>
      <dsp:spPr>
        <a:xfrm>
          <a:off x="4299189" y="112378"/>
          <a:ext cx="1821228" cy="1821228"/>
        </a:xfrm>
        <a:prstGeom prst="ellipse">
          <a:avLst/>
        </a:prstGeom>
        <a:solidFill>
          <a:schemeClr val="accent1">
            <a:shade val="80000"/>
            <a:alpha val="50000"/>
            <a:hueOff val="109120"/>
            <a:satOff val="-11378"/>
            <a:lumOff val="764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/>
            <a:t>Abnormal drug metabolism</a:t>
          </a:r>
        </a:p>
      </dsp:txBody>
      <dsp:txXfrm>
        <a:off x="4565902" y="379091"/>
        <a:ext cx="1287802" cy="1287802"/>
      </dsp:txXfrm>
    </dsp:sp>
    <dsp:sp modelId="{59AC03C9-2D42-8942-AC23-AD976F853B40}">
      <dsp:nvSpPr>
        <dsp:cNvPr id="0" name=""/>
        <dsp:cNvSpPr/>
      </dsp:nvSpPr>
      <dsp:spPr>
        <a:xfrm>
          <a:off x="6552773" y="1749703"/>
          <a:ext cx="1821228" cy="1821228"/>
        </a:xfrm>
        <a:prstGeom prst="ellipse">
          <a:avLst/>
        </a:prstGeom>
        <a:solidFill>
          <a:schemeClr val="accent1">
            <a:shade val="80000"/>
            <a:alpha val="50000"/>
            <a:hueOff val="218239"/>
            <a:satOff val="-22757"/>
            <a:lumOff val="1528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/>
            <a:t>Host disease</a:t>
          </a:r>
        </a:p>
      </dsp:txBody>
      <dsp:txXfrm>
        <a:off x="6819486" y="2016416"/>
        <a:ext cx="1287802" cy="1287802"/>
      </dsp:txXfrm>
    </dsp:sp>
    <dsp:sp modelId="{920D8D87-C3D6-BB42-B8B4-BCFBE00BB5A8}">
      <dsp:nvSpPr>
        <dsp:cNvPr id="0" name=""/>
        <dsp:cNvSpPr/>
      </dsp:nvSpPr>
      <dsp:spPr>
        <a:xfrm>
          <a:off x="5691981" y="4398950"/>
          <a:ext cx="1821228" cy="1821228"/>
        </a:xfrm>
        <a:prstGeom prst="ellipse">
          <a:avLst/>
        </a:prstGeom>
        <a:solidFill>
          <a:schemeClr val="accent1">
            <a:shade val="80000"/>
            <a:alpha val="50000"/>
            <a:hueOff val="327359"/>
            <a:satOff val="-34135"/>
            <a:lumOff val="2293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/>
            <a:t>Elderly</a:t>
          </a:r>
        </a:p>
      </dsp:txBody>
      <dsp:txXfrm>
        <a:off x="5958694" y="4665663"/>
        <a:ext cx="1287802" cy="1287802"/>
      </dsp:txXfrm>
    </dsp:sp>
    <dsp:sp modelId="{F7BBC707-FF48-754E-BEDB-43AAC5D7D88E}">
      <dsp:nvSpPr>
        <dsp:cNvPr id="0" name=""/>
        <dsp:cNvSpPr/>
      </dsp:nvSpPr>
      <dsp:spPr>
        <a:xfrm>
          <a:off x="2906398" y="4398950"/>
          <a:ext cx="1821228" cy="1821228"/>
        </a:xfrm>
        <a:prstGeom prst="ellipse">
          <a:avLst/>
        </a:prstGeom>
        <a:solidFill>
          <a:schemeClr val="accent1">
            <a:shade val="80000"/>
            <a:alpha val="50000"/>
            <a:hueOff val="436479"/>
            <a:satOff val="-45514"/>
            <a:lumOff val="3057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/>
            <a:t>Polypharmacy</a:t>
          </a:r>
        </a:p>
      </dsp:txBody>
      <dsp:txXfrm>
        <a:off x="3173111" y="4665663"/>
        <a:ext cx="1287802" cy="1287802"/>
      </dsp:txXfrm>
    </dsp:sp>
    <dsp:sp modelId="{AA717CDE-76B8-C44D-B628-DD9027F7BABF}">
      <dsp:nvSpPr>
        <dsp:cNvPr id="0" name=""/>
        <dsp:cNvSpPr/>
      </dsp:nvSpPr>
      <dsp:spPr>
        <a:xfrm>
          <a:off x="2045605" y="1749703"/>
          <a:ext cx="1821228" cy="1821228"/>
        </a:xfrm>
        <a:prstGeom prst="ellipse">
          <a:avLst/>
        </a:prstGeom>
        <a:solidFill>
          <a:schemeClr val="accent1">
            <a:shade val="80000"/>
            <a:alpha val="50000"/>
            <a:hueOff val="545598"/>
            <a:satOff val="-56892"/>
            <a:lumOff val="3822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/>
            <a:t>Previous hypersensitivity </a:t>
          </a:r>
        </a:p>
      </dsp:txBody>
      <dsp:txXfrm>
        <a:off x="2312318" y="2016416"/>
        <a:ext cx="1287802" cy="12878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3">
  <dgm:title val=""/>
  <dgm:desc val=""/>
  <dgm:catLst>
    <dgm:cat type="relationship" pri="31000"/>
    <dgm:cat type="cycle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onstrLst/>
    <dgm:ruleLst/>
    <dgm:layoutNode name="radial">
      <dgm:varLst>
        <dgm:animLvl val="ctr"/>
      </dgm:varLst>
      <dgm:choose name="Name0">
        <dgm:if name="Name1" func="var" arg="dir" op="equ" val="norm">
          <dgm:choose name="Name2">
            <dgm:if name="Name3" axis="ch ch" ptType="node node" st="1 1" cnt="1 0" func="cnt" op="lte" val="1">
              <dgm:alg type="cycle">
                <dgm:param type="stAng" val="90"/>
                <dgm:param type="spanAng" val="360"/>
                <dgm:param type="ctrShpMap" val="fNode"/>
              </dgm:alg>
            </dgm:if>
            <dgm:else name="Name4">
              <dgm:alg type="cycle">
                <dgm:param type="stAng" val="0"/>
                <dgm:param type="spanAng" val="360"/>
                <dgm:param type="ctrShpMap" val="fNode"/>
              </dgm:alg>
            </dgm:else>
          </dgm:choose>
        </dgm:if>
        <dgm:else name="Name5">
          <dgm:alg type="cycle">
            <dgm:param type="stAng" val="0"/>
            <dgm:param type="spanAng" val="-360"/>
            <dgm:param type="ctrShpMap" val="fNode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enterShape" refType="w"/>
        <dgm:constr type="h" for="ch" forName="centerShape" refType="h"/>
        <dgm:constr type="w" for="ch" forName="node" refType="w" fact="0.5"/>
        <dgm:constr type="h" for="ch" forName="node" refType="h" fact="0.5"/>
        <dgm:constr type="sp" refType="w" refFor="ch" refForName="node" fact="-0.2"/>
        <dgm:constr type="sibSp" refType="w" refFor="ch" refForName="node" fact="-0.2"/>
        <dgm:constr type="primFontSz" for="ch" forName="centerShape" val="65"/>
        <dgm:constr type="primFontSz" for="des" forName="node" val="65"/>
        <dgm:constr type="primFontSz" for="ch" forName="node" refType="primFontSz" refFor="ch" refForName="centerShape" op="lte"/>
      </dgm:constrLst>
      <dgm:ruleLst/>
      <dgm:forEach name="Name6" axis="ch" ptType="node" cnt="1">
        <dgm:layoutNode name="centerShape" styleLbl="vennNode1">
          <dgm:alg type="tx"/>
          <dgm:shape xmlns:r="http://schemas.openxmlformats.org/officeDocument/2006/relationships" type="ellipse" r:blip="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7" axis="ch" ptType="node">
          <dgm:layoutNode name="node" styleLbl="venn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radial3">
  <dgm:title val=""/>
  <dgm:desc val=""/>
  <dgm:catLst>
    <dgm:cat type="relationship" pri="31000"/>
    <dgm:cat type="cycle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onstrLst/>
    <dgm:ruleLst/>
    <dgm:layoutNode name="radial">
      <dgm:varLst>
        <dgm:animLvl val="ctr"/>
      </dgm:varLst>
      <dgm:choose name="Name0">
        <dgm:if name="Name1" func="var" arg="dir" op="equ" val="norm">
          <dgm:choose name="Name2">
            <dgm:if name="Name3" axis="ch ch" ptType="node node" st="1 1" cnt="1 0" func="cnt" op="lte" val="1">
              <dgm:alg type="cycle">
                <dgm:param type="stAng" val="90"/>
                <dgm:param type="spanAng" val="360"/>
                <dgm:param type="ctrShpMap" val="fNode"/>
              </dgm:alg>
            </dgm:if>
            <dgm:else name="Name4">
              <dgm:alg type="cycle">
                <dgm:param type="stAng" val="0"/>
                <dgm:param type="spanAng" val="360"/>
                <dgm:param type="ctrShpMap" val="fNode"/>
              </dgm:alg>
            </dgm:else>
          </dgm:choose>
        </dgm:if>
        <dgm:else name="Name5">
          <dgm:alg type="cycle">
            <dgm:param type="stAng" val="0"/>
            <dgm:param type="spanAng" val="-360"/>
            <dgm:param type="ctrShpMap" val="fNode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enterShape" refType="w"/>
        <dgm:constr type="h" for="ch" forName="centerShape" refType="h"/>
        <dgm:constr type="w" for="ch" forName="node" refType="w" fact="0.5"/>
        <dgm:constr type="h" for="ch" forName="node" refType="h" fact="0.5"/>
        <dgm:constr type="sp" refType="w" refFor="ch" refForName="node" fact="-0.2"/>
        <dgm:constr type="sibSp" refType="w" refFor="ch" refForName="node" fact="-0.2"/>
        <dgm:constr type="primFontSz" for="ch" forName="centerShape" val="65"/>
        <dgm:constr type="primFontSz" for="des" forName="node" val="65"/>
        <dgm:constr type="primFontSz" for="ch" forName="node" refType="primFontSz" refFor="ch" refForName="centerShape" op="lte"/>
      </dgm:constrLst>
      <dgm:ruleLst/>
      <dgm:forEach name="Name6" axis="ch" ptType="node" cnt="1">
        <dgm:layoutNode name="centerShape" styleLbl="vennNode1">
          <dgm:alg type="tx"/>
          <dgm:shape xmlns:r="http://schemas.openxmlformats.org/officeDocument/2006/relationships" type="ellipse" r:blip="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7" axis="ch" ptType="node">
          <dgm:layoutNode name="node" styleLbl="venn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x-non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8E55FE-1662-1841-A7B4-DCC87D1C251B}" type="datetimeFigureOut">
              <a:rPr lang="x-none" smtClean="0"/>
              <a:t>7/10/2026</a:t>
            </a:fld>
            <a:endParaRPr lang="x-non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x-non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5B6A67-A496-884E-A4B5-950C9395B7F2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8069824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5B6A67-A496-884E-A4B5-950C9395B7F2}" type="slidenum">
              <a:rPr lang="x-none" smtClean="0"/>
              <a:t>5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9365783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5B6A67-A496-884E-A4B5-950C9395B7F2}" type="slidenum">
              <a:rPr lang="x-none" smtClean="0"/>
              <a:t>8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9789716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5B6A67-A496-884E-A4B5-950C9395B7F2}" type="slidenum">
              <a:rPr lang="x-none" smtClean="0"/>
              <a:t>9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9795081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Drugs: </a:t>
            </a:r>
            <a:r>
              <a:rPr lang="en-US" dirty="0" err="1"/>
              <a:t>Penicillins</a:t>
            </a:r>
            <a:r>
              <a:rPr lang="en-US" dirty="0"/>
              <a:t>, Cephalosporins, Sulfonamides, NSAIDs, ACEIs, Opioids, Vaccines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5B6A67-A496-884E-A4B5-950C9395B7F2}" type="slidenum">
              <a:rPr lang="x-none" smtClean="0"/>
              <a:t>21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885578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5B6A67-A496-884E-A4B5-950C9395B7F2}" type="slidenum">
              <a:rPr lang="x-none" smtClean="0"/>
              <a:t>26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8839186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eg</a:t>
            </a:r>
            <a:r>
              <a:rPr lang="en-US" dirty="0"/>
              <a:t>: in HIV infection, the incidence of cutaneous adverse drug reactions (morbilliform or urticarial rashes) increases as immune function deteriorates</a:t>
            </a:r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5B6A67-A496-884E-A4B5-950C9395B7F2}" type="slidenum">
              <a:rPr lang="x-none" smtClean="0"/>
              <a:t>37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8172155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More on the Torso and Extremities (Measles – like)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5B6A67-A496-884E-A4B5-950C9395B7F2}" type="slidenum">
              <a:rPr lang="x-none" smtClean="0"/>
              <a:t>47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5561854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CRIMSON ZONE </a:t>
            </a:r>
            <a:r>
              <a:rPr lang="en-US" b="0" dirty="0"/>
              <a:t>(Deep Red Color) – Emergency/Life-Threatening: Require immediate drug withdrawal and aggressive supportive care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5B6A67-A496-884E-A4B5-950C9395B7F2}" type="slidenum">
              <a:rPr lang="x-none" smtClean="0"/>
              <a:t>52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9279422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SJS/TEN Overlap (10 – 30%)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5B6A67-A496-884E-A4B5-950C9395B7F2}" type="slidenum">
              <a:rPr lang="x-none" smtClean="0"/>
              <a:t>55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1420681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4294BDA-DCF1-5D1A-227D-A85A3D05CB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x-non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BC569159-9909-A1ED-D488-3D528C4F83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4AB0D06-F749-472B-FDF9-6EF04B8E5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2F741-CA78-0340-B796-4FB24A88BA34}" type="datetimeFigureOut">
              <a:rPr lang="x-none" smtClean="0"/>
              <a:t>7/10/2026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52210AB-829A-5D99-C6D6-A1658D392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E2BC5A0-94DE-AB28-E20F-0D876B613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EA505-B95B-8B41-8303-3E3074EB75C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972394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A4A751E-DDA3-AA78-B45E-E787F7BFA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x-non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B909461-CBC0-2717-4EAE-882DF891DA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x-non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CEC2B0C-026E-9455-D5E4-2BBB2C04A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2F741-CA78-0340-B796-4FB24A88BA34}" type="datetimeFigureOut">
              <a:rPr lang="x-none" smtClean="0"/>
              <a:t>7/10/2026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BE3F0431-AC72-6E88-79E4-713C1573B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E90F620-B2DB-5A8E-E1F6-F9EFDB1C7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EA505-B95B-8B41-8303-3E3074EB75C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2632198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5904DAD-6768-3952-D4EB-22C858067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x-non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F5B5DDF8-4016-A746-0D89-5EFB3E1C70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7F560BF-14CD-317B-DA30-8F9259A1D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2F741-CA78-0340-B796-4FB24A88BA34}" type="datetimeFigureOut">
              <a:rPr lang="x-none" smtClean="0"/>
              <a:t>7/10/2026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2B7A28D-DCE1-A48B-6F75-93059E80A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8AAD2D8-ED4C-7BF3-CE05-93601E0C5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EA505-B95B-8B41-8303-3E3074EB75C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383221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211451A-50EB-1EB0-FD13-D654E1024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x-non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C0C73D0-B78A-33FE-5395-86E06BEDD4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x-none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CD9DFC12-583B-13A3-BC36-4C2824D4A8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x-none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3FE7FFA0-6B9D-11A9-5DCE-6C53B527D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2F741-CA78-0340-B796-4FB24A88BA34}" type="datetimeFigureOut">
              <a:rPr lang="x-none" smtClean="0"/>
              <a:t>7/10/2026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B51AC7EE-D9C2-3A4B-CC61-B28A78123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47AA9C42-329F-91FF-C024-5E7E090E8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EA505-B95B-8B41-8303-3E3074EB75C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6714143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0E1081A-73F4-5499-3986-A8D29EF28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34539F89-53E7-C287-C432-8661FDED73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859E8D4B-BAE0-BB1A-835C-EDF7BF0BAE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x-non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FC01680A-6C6E-2C31-FABA-296031BB5A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7F9E2D3A-BCCD-C8CE-8114-3815E923A0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x-non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9B106D98-CD16-16EF-A388-019DC550A1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2F741-CA78-0340-B796-4FB24A88BA34}" type="datetimeFigureOut">
              <a:rPr lang="x-none" smtClean="0"/>
              <a:t>7/10/2026</a:t>
            </a:fld>
            <a:endParaRPr lang="x-non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D211BEC7-99C5-151C-9D2F-953C6021B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A1965D63-AE72-F1D8-10A4-023DE0E1C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EA505-B95B-8B41-8303-3E3074EB75C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419850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5B18FB0-9068-F4EA-3841-DA43733E6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x-non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AB20B536-4B3D-4848-8A71-0847F2EC2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2F741-CA78-0340-B796-4FB24A88BA34}" type="datetimeFigureOut">
              <a:rPr lang="x-none" smtClean="0"/>
              <a:t>7/10/2026</a:t>
            </a:fld>
            <a:endParaRPr lang="x-non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34E43F85-FDDE-FE95-8B16-39E6D013D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FCE1E1E5-F45A-F666-8E36-641C6F445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EA505-B95B-8B41-8303-3E3074EB75C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1303903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1117C48D-CD55-D2AE-90AD-975252F02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2F741-CA78-0340-B796-4FB24A88BA34}" type="datetimeFigureOut">
              <a:rPr lang="x-none" smtClean="0"/>
              <a:t>7/10/2026</a:t>
            </a:fld>
            <a:endParaRPr lang="x-non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291971AC-681B-B3EF-1565-BDC937100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3E1C5F6A-1EF9-6392-6D5F-E0260ADCE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EA505-B95B-8B41-8303-3E3074EB75C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2227970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F28A03C-5AE9-0A1F-FAAF-00CAD2030E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3A8523B-925A-24AB-69E4-AA59A19A04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35D4B287-2B93-BFDC-9488-F87CBD777D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F5CFCBF1-36D2-BBB7-8DBC-25F50549A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2F741-CA78-0340-B796-4FB24A88BA34}" type="datetimeFigureOut">
              <a:rPr lang="x-none" smtClean="0"/>
              <a:t>7/10/2026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8F722207-BAFD-D51A-1777-0D47079DA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CD377BCB-55A6-EEDB-0C8E-C7C870CF7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EA505-B95B-8B41-8303-3E3074EB75C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6360790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25E83A8-6258-B234-3E3B-CFD9D138E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x-non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68F6D6B9-BE75-9F84-57EE-0CFDF3A024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D43D26AA-63EF-C167-2C14-D3DBC56C82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54DB88FF-2F2F-397B-EFBF-5285F0385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2F741-CA78-0340-B796-4FB24A88BA34}" type="datetimeFigureOut">
              <a:rPr lang="x-none" smtClean="0"/>
              <a:t>7/10/2026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A953C8DB-F736-8E35-43C6-6DB8F268A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9681BF79-146A-C42C-5041-209A28EBC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EA505-B95B-8B41-8303-3E3074EB75C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061104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AEE0AFD-B637-D42E-90ED-D7849135C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x-non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8002296D-F969-0F8F-552F-F9E1CFD409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2DB0E99-0491-7B95-5EEC-E06D184B6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2F741-CA78-0340-B796-4FB24A88BA34}" type="datetimeFigureOut">
              <a:rPr lang="x-none" smtClean="0"/>
              <a:t>7/10/2026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6D85605-A2FB-87AB-E4C9-BBA00F243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ACD0CCE-9F2C-BD8F-96AF-ED9CCE7E7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EA505-B95B-8B41-8303-3E3074EB75C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78898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7A145343-9179-E5C1-6EE4-DF568BF59D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x-non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4C3829CA-8F42-20E4-E94D-2121511773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199A6E4-0C99-2CD1-79DD-735A0B968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2F741-CA78-0340-B796-4FB24A88BA34}" type="datetimeFigureOut">
              <a:rPr lang="x-none" smtClean="0"/>
              <a:t>7/10/2026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CAE985C-F98C-7F49-8981-E367836DF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839BE41-D8EB-6075-B718-7D4A6EB60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EA505-B95B-8B41-8303-3E3074EB75C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1671408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74F0601F-6EC1-381E-7714-536D6ED5F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x-non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D0249EB-315F-E44D-7850-EA001A4111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x-non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3449762-744B-9029-D103-60A071C2C7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02F741-CA78-0340-B796-4FB24A88BA34}" type="datetimeFigureOut">
              <a:rPr lang="x-none" smtClean="0"/>
              <a:t>7/10/2026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5B751A5-1978-32EC-1D56-07243CEB6E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E60515D-8890-7279-F624-3E316E37D0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CEA505-B95B-8B41-8303-3E3074EB75C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264100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i.org/10.1007/s40521-024-00380-x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svg"/><Relationship Id="rId18" Type="http://schemas.openxmlformats.org/officeDocument/2006/relationships/image" Target="../media/image21.png"/><Relationship Id="rId3" Type="http://schemas.openxmlformats.org/officeDocument/2006/relationships/diagramData" Target="../diagrams/data3.xml"/><Relationship Id="rId21" Type="http://schemas.openxmlformats.org/officeDocument/2006/relationships/image" Target="../media/image29.svg"/><Relationship Id="rId7" Type="http://schemas.microsoft.com/office/2007/relationships/diagramDrawing" Target="../diagrams/drawing3.xml"/><Relationship Id="rId12" Type="http://schemas.openxmlformats.org/officeDocument/2006/relationships/image" Target="../media/image18.png"/><Relationship Id="rId17" Type="http://schemas.openxmlformats.org/officeDocument/2006/relationships/image" Target="../media/image25.svg"/><Relationship Id="rId25" Type="http://schemas.openxmlformats.org/officeDocument/2006/relationships/image" Target="../media/image33.sv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20.png"/><Relationship Id="rId20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11" Type="http://schemas.openxmlformats.org/officeDocument/2006/relationships/image" Target="../media/image19.svg"/><Relationship Id="rId24" Type="http://schemas.openxmlformats.org/officeDocument/2006/relationships/image" Target="../media/image24.png"/><Relationship Id="rId5" Type="http://schemas.openxmlformats.org/officeDocument/2006/relationships/diagramQuickStyle" Target="../diagrams/quickStyle3.xml"/><Relationship Id="rId15" Type="http://schemas.openxmlformats.org/officeDocument/2006/relationships/image" Target="../media/image23.svg"/><Relationship Id="rId23" Type="http://schemas.openxmlformats.org/officeDocument/2006/relationships/image" Target="../media/image31.svg"/><Relationship Id="rId10" Type="http://schemas.openxmlformats.org/officeDocument/2006/relationships/image" Target="../media/image17.png"/><Relationship Id="rId19" Type="http://schemas.openxmlformats.org/officeDocument/2006/relationships/image" Target="../media/image27.svg"/><Relationship Id="rId4" Type="http://schemas.openxmlformats.org/officeDocument/2006/relationships/diagramLayout" Target="../diagrams/layout3.xml"/><Relationship Id="rId9" Type="http://schemas.openxmlformats.org/officeDocument/2006/relationships/image" Target="../media/image17.svg"/><Relationship Id="rId14" Type="http://schemas.openxmlformats.org/officeDocument/2006/relationships/image" Target="../media/image19.png"/><Relationship Id="rId22" Type="http://schemas.openxmlformats.org/officeDocument/2006/relationships/image" Target="../media/image23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4A2DB7A-A2D2-CBD6-25BF-57FE7C428C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6662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Urticaria and Drug Eruptions</a:t>
            </a:r>
            <a:endParaRPr lang="x-non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5343277-4DAA-2515-3803-3004EBDDEB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25246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                                            Presenters</a:t>
            </a:r>
          </a:p>
          <a:p>
            <a:pPr marL="0" indent="0" algn="ctr">
              <a:buNone/>
            </a:pPr>
            <a:r>
              <a:rPr lang="en-US" dirty="0"/>
              <a:t> Dr. </a:t>
            </a:r>
            <a:r>
              <a:rPr lang="en-US" dirty="0" err="1"/>
              <a:t>Elimokozi</a:t>
            </a:r>
            <a:r>
              <a:rPr lang="en-US" dirty="0"/>
              <a:t> </a:t>
            </a:r>
            <a:r>
              <a:rPr lang="en-US" dirty="0" err="1"/>
              <a:t>Maleko</a:t>
            </a:r>
            <a:endParaRPr lang="en-US" dirty="0"/>
          </a:p>
          <a:p>
            <a:pPr marL="0" indent="0" algn="ctr">
              <a:buNone/>
            </a:pPr>
            <a:r>
              <a:rPr lang="en-US" dirty="0"/>
              <a:t>Dr. Patrick </a:t>
            </a:r>
            <a:r>
              <a:rPr lang="en-US" dirty="0" err="1"/>
              <a:t>Mlowezi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Facilitator</a:t>
            </a:r>
          </a:p>
          <a:p>
            <a:pPr marL="0" indent="0" algn="ctr">
              <a:buNone/>
            </a:pPr>
            <a:r>
              <a:rPr lang="en-US" dirty="0"/>
              <a:t>Dr. Magdalena</a:t>
            </a:r>
          </a:p>
        </p:txBody>
      </p:sp>
    </p:spTree>
    <p:extLst>
      <p:ext uri="{BB962C8B-B14F-4D97-AF65-F5344CB8AC3E}">
        <p14:creationId xmlns:p14="http://schemas.microsoft.com/office/powerpoint/2010/main" val="2098954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4A2DB7A-A2D2-CBD6-25BF-57FE7C428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x-none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5343277-4DAA-2515-3803-3004EBDDEB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Introduction</a:t>
            </a:r>
            <a:endParaRPr lang="x-none" dirty="0"/>
          </a:p>
          <a:p>
            <a:r>
              <a:rPr lang="x-none" dirty="0"/>
              <a:t>Epidemiology</a:t>
            </a:r>
          </a:p>
          <a:p>
            <a:r>
              <a:rPr lang="x-none" dirty="0"/>
              <a:t>Pathophysiology</a:t>
            </a:r>
            <a:endParaRPr lang="en-US" dirty="0"/>
          </a:p>
          <a:p>
            <a:r>
              <a:rPr lang="en-US" dirty="0"/>
              <a:t>Clinical presentation</a:t>
            </a:r>
          </a:p>
          <a:p>
            <a:r>
              <a:rPr lang="en-US" dirty="0"/>
              <a:t>Types and common conditions</a:t>
            </a:r>
          </a:p>
          <a:p>
            <a:r>
              <a:rPr lang="en-US" dirty="0"/>
              <a:t>Diagnosis</a:t>
            </a:r>
          </a:p>
          <a:p>
            <a:r>
              <a:rPr lang="en-US" dirty="0"/>
              <a:t>Treatment</a:t>
            </a:r>
          </a:p>
        </p:txBody>
      </p:sp>
    </p:spTree>
    <p:extLst>
      <p:ext uri="{BB962C8B-B14F-4D97-AF65-F5344CB8AC3E}">
        <p14:creationId xmlns:p14="http://schemas.microsoft.com/office/powerpoint/2010/main" val="1394652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070C3CF-8AC9-30CF-FADF-F2F8B73DA7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US" sz="4400" dirty="0"/>
          </a:p>
          <a:p>
            <a:pPr marL="0" indent="0" algn="ctr">
              <a:buNone/>
            </a:pPr>
            <a:endParaRPr lang="en-US" sz="4400" dirty="0"/>
          </a:p>
          <a:p>
            <a:pPr marL="0" indent="0" algn="ctr">
              <a:buNone/>
            </a:pPr>
            <a:r>
              <a:rPr lang="en-US" sz="4400" dirty="0"/>
              <a:t>Urticaria</a:t>
            </a:r>
          </a:p>
        </p:txBody>
      </p:sp>
    </p:spTree>
    <p:extLst>
      <p:ext uri="{BB962C8B-B14F-4D97-AF65-F5344CB8AC3E}">
        <p14:creationId xmlns:p14="http://schemas.microsoft.com/office/powerpoint/2010/main" val="19144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95A4575-0111-4E44-822F-166C8BAFF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03B5229-E562-3149-BC6B-8009694351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Urticaria and angioedema represent the same pathophysiologic process occurring at different levels of the skin</a:t>
            </a:r>
          </a:p>
          <a:p>
            <a:endParaRPr lang="en-US" dirty="0"/>
          </a:p>
          <a:p>
            <a:pPr lvl="1"/>
            <a:r>
              <a:rPr lang="en-US" sz="2600" dirty="0"/>
              <a:t>Urticaria involves dilation of vascular structures in the superficial dermis</a:t>
            </a:r>
          </a:p>
          <a:p>
            <a:pPr lvl="1"/>
            <a:r>
              <a:rPr lang="en-US" sz="2600" dirty="0"/>
              <a:t>Angioedema involves dermis and subcutaneous tissues. </a:t>
            </a:r>
          </a:p>
          <a:p>
            <a:r>
              <a:rPr lang="en-US" dirty="0"/>
              <a:t>Often appear together: ≈40% of patients reporting both</a:t>
            </a:r>
          </a:p>
          <a:p>
            <a:endParaRPr lang="en-US" dirty="0"/>
          </a:p>
          <a:p>
            <a:r>
              <a:rPr lang="en-US" dirty="0"/>
              <a:t>Affect &gt;20% of the population at some time during their life span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0814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6CF3B40-6DE7-6247-90BF-80620438F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4870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Introduction…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E9F0EAF-9B93-0F4A-A383-937B46FAFC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8552"/>
            <a:ext cx="10515600" cy="4351338"/>
          </a:xfrm>
        </p:spPr>
        <p:txBody>
          <a:bodyPr>
            <a:noAutofit/>
          </a:bodyPr>
          <a:lstStyle/>
          <a:p>
            <a:r>
              <a:rPr lang="en-US" sz="2600" dirty="0"/>
              <a:t>Urticaria can occur on any area of the body as:</a:t>
            </a:r>
          </a:p>
          <a:p>
            <a:pPr lvl="1">
              <a:lnSpc>
                <a:spcPct val="150000"/>
              </a:lnSpc>
            </a:pPr>
            <a:r>
              <a:rPr lang="en-US" sz="2600" dirty="0"/>
              <a:t>Well-circumscribed wheals </a:t>
            </a:r>
          </a:p>
          <a:p>
            <a:pPr lvl="1">
              <a:lnSpc>
                <a:spcPct val="150000"/>
              </a:lnSpc>
            </a:pPr>
            <a:r>
              <a:rPr lang="en-US" sz="2600" dirty="0"/>
              <a:t>With erythematous raised serpiginous borders and </a:t>
            </a:r>
          </a:p>
          <a:p>
            <a:pPr lvl="1">
              <a:lnSpc>
                <a:spcPct val="150000"/>
              </a:lnSpc>
            </a:pPr>
            <a:r>
              <a:rPr lang="en-US" sz="2600" dirty="0"/>
              <a:t>Blanched centers that may coalesce to become giant wheals </a:t>
            </a:r>
          </a:p>
          <a:p>
            <a:pPr lvl="1">
              <a:lnSpc>
                <a:spcPct val="150000"/>
              </a:lnSpc>
            </a:pPr>
            <a:r>
              <a:rPr lang="en-US" sz="2600" dirty="0"/>
              <a:t>Intensely pruritic</a:t>
            </a:r>
          </a:p>
          <a:p>
            <a:pPr lvl="1">
              <a:lnSpc>
                <a:spcPct val="150000"/>
              </a:lnSpc>
            </a:pPr>
            <a:r>
              <a:rPr lang="en-US" sz="2600" dirty="0"/>
              <a:t>Frequently migrate around the body</a:t>
            </a:r>
          </a:p>
          <a:p>
            <a:pPr lvl="1">
              <a:lnSpc>
                <a:spcPct val="150000"/>
              </a:lnSpc>
            </a:pPr>
            <a:r>
              <a:rPr lang="en-US" sz="2600" dirty="0"/>
              <a:t>Leave no bruising or scarring</a:t>
            </a:r>
          </a:p>
          <a:p>
            <a:pPr lvl="1">
              <a:lnSpc>
                <a:spcPct val="150000"/>
              </a:lnSpc>
            </a:pPr>
            <a:r>
              <a:rPr lang="en-US" sz="2600" dirty="0"/>
              <a:t>Resolve within 24 </a:t>
            </a:r>
            <a:r>
              <a:rPr lang="en-US" sz="2600" dirty="0" err="1"/>
              <a:t>hrs</a:t>
            </a:r>
            <a:endParaRPr lang="en-US" sz="2600" dirty="0"/>
          </a:p>
          <a:p>
            <a:pPr lvl="1">
              <a:lnSpc>
                <a:spcPct val="150000"/>
              </a:lnSpc>
            </a:pPr>
            <a:endParaRPr lang="en-US" sz="2600" dirty="0"/>
          </a:p>
          <a:p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4094107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37CD08B-3EC7-D64F-A57B-F7165E786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Introduction…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8AD8224-9FAD-D644-8EC4-9B71988AAD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dirty="0"/>
              <a:t>Angioedema is marked by:</a:t>
            </a:r>
          </a:p>
          <a:p>
            <a:pPr lvl="1">
              <a:lnSpc>
                <a:spcPct val="200000"/>
              </a:lnSpc>
            </a:pPr>
            <a:r>
              <a:rPr lang="en-US" dirty="0"/>
              <a:t> Dramatic swelling </a:t>
            </a:r>
          </a:p>
          <a:p>
            <a:pPr lvl="1">
              <a:lnSpc>
                <a:spcPct val="200000"/>
              </a:lnSpc>
            </a:pPr>
            <a:r>
              <a:rPr lang="en-US" dirty="0"/>
              <a:t>More pain than pruritus</a:t>
            </a:r>
          </a:p>
          <a:p>
            <a:pPr lvl="1">
              <a:lnSpc>
                <a:spcPct val="200000"/>
              </a:lnSpc>
            </a:pPr>
            <a:r>
              <a:rPr lang="en-US" dirty="0"/>
              <a:t>A pruritic prodrome </a:t>
            </a:r>
            <a:r>
              <a:rPr lang="en-US" dirty="0">
                <a:sym typeface="Wingdings" pitchFamily="2" charset="2"/>
              </a:rPr>
              <a:t> </a:t>
            </a:r>
            <a:r>
              <a:rPr lang="en-US" dirty="0"/>
              <a:t>minimal erythema (hours to days to resolve)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1230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049EDC0C-4A7F-D649-8631-102ED925C5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2530" y="890649"/>
            <a:ext cx="9393382" cy="5951176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D2EB5331-8BE0-B04A-B6E3-D8A4F553A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12874"/>
            <a:ext cx="10515600" cy="1325563"/>
          </a:xfrm>
        </p:spPr>
        <p:txBody>
          <a:bodyPr/>
          <a:lstStyle/>
          <a:p>
            <a:pPr algn="ctr"/>
            <a:r>
              <a:rPr lang="en-US" dirty="0" err="1"/>
              <a:t>Epidemology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2277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ED01F81-A788-264C-A605-6FC5C2D7A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Global Burden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107C4953-EB34-6C4E-963C-61C89175C048}"/>
              </a:ext>
            </a:extLst>
          </p:cNvPr>
          <p:cNvSpPr txBox="1"/>
          <p:nvPr/>
        </p:nvSpPr>
        <p:spPr>
          <a:xfrm>
            <a:off x="9278090" y="2196935"/>
            <a:ext cx="3032661" cy="3336966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0C287E9-9224-EA4C-834E-B463638E0D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Overall increase in Prevalent cases (1990-2021) [48mil</a:t>
            </a:r>
            <a:r>
              <a:rPr lang="en-US" dirty="0">
                <a:sym typeface="Wingdings" pitchFamily="2" charset="2"/>
              </a:rPr>
              <a:t>66.8mil/</a:t>
            </a:r>
            <a:r>
              <a:rPr lang="en-US" dirty="0">
                <a:solidFill>
                  <a:srgbClr val="7892BE"/>
                </a:solidFill>
                <a:sym typeface="Wingdings" pitchFamily="2" charset="2"/>
              </a:rPr>
              <a:t> </a:t>
            </a:r>
            <a:r>
              <a:rPr lang="en-US" dirty="0">
                <a:sym typeface="Wingdings" pitchFamily="2" charset="2"/>
              </a:rPr>
              <a:t>ASPR 866 – 868 per 100,000 population]</a:t>
            </a:r>
          </a:p>
          <a:p>
            <a:endParaRPr lang="en-US" dirty="0">
              <a:sym typeface="Wingdings" pitchFamily="2" charset="2"/>
            </a:endParaRPr>
          </a:p>
          <a:p>
            <a:r>
              <a:rPr lang="en-US" dirty="0"/>
              <a:t>Female patients consistently reported higher rates</a:t>
            </a:r>
          </a:p>
          <a:p>
            <a:endParaRPr lang="en-US" dirty="0"/>
          </a:p>
          <a:p>
            <a:r>
              <a:rPr lang="en-US" dirty="0"/>
              <a:t>Peak age: 20 – 40 </a:t>
            </a:r>
            <a:r>
              <a:rPr lang="en-US" dirty="0" err="1"/>
              <a:t>yrs</a:t>
            </a:r>
            <a:endParaRPr lang="en-US" dirty="0"/>
          </a:p>
          <a:p>
            <a:endParaRPr lang="en-US" dirty="0"/>
          </a:p>
          <a:p>
            <a:r>
              <a:rPr lang="en-US" dirty="0"/>
              <a:t>Incident cases increased from about 85 million to 117 million</a:t>
            </a:r>
          </a:p>
          <a:p>
            <a:endParaRPr lang="en-US" dirty="0">
              <a:sym typeface="Wingdings" pitchFamily="2" charset="2"/>
            </a:endParaRPr>
          </a:p>
          <a:p>
            <a:r>
              <a:rPr lang="en-US" dirty="0"/>
              <a:t>The global age-standardized DALY rate –&gt; 52.1 per 100,000 (2021)</a:t>
            </a:r>
          </a:p>
          <a:p>
            <a:endParaRPr lang="en-US" dirty="0"/>
          </a:p>
          <a:p>
            <a:r>
              <a:rPr lang="en-US" dirty="0"/>
              <a:t>Burden highest in low-middle SDI regions and lowest in high SDI areas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7879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CA49754-A210-9549-817A-3D4FE6DCD8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669"/>
            <a:ext cx="10515600" cy="1325563"/>
          </a:xfrm>
        </p:spPr>
        <p:txBody>
          <a:bodyPr/>
          <a:lstStyle/>
          <a:p>
            <a:r>
              <a:rPr lang="en-US" dirty="0"/>
              <a:t>Africa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0693F2FB-4B9F-1946-A446-80B762863A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409943" y="558791"/>
            <a:ext cx="6503223" cy="6773049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91D1074D-9EED-5248-ACCD-36F7A7793AC0}"/>
              </a:ext>
            </a:extLst>
          </p:cNvPr>
          <p:cNvSpPr txBox="1"/>
          <p:nvPr/>
        </p:nvSpPr>
        <p:spPr>
          <a:xfrm>
            <a:off x="8475220" y="3429000"/>
            <a:ext cx="2444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≈1% in Adult population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2CF6A6B7-6F13-4149-8B0B-11B6D9955E0A}"/>
              </a:ext>
            </a:extLst>
          </p:cNvPr>
          <p:cNvSpPr txBox="1"/>
          <p:nvPr/>
        </p:nvSpPr>
        <p:spPr>
          <a:xfrm>
            <a:off x="1408803" y="6390444"/>
            <a:ext cx="9793184" cy="86177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 b="1" dirty="0"/>
              <a:t>Cascia D et al, Chronic Urticaria in Africa, A Systematic Review,</a:t>
            </a:r>
            <a:r>
              <a:rPr lang="en-US" dirty="0"/>
              <a:t> </a:t>
            </a:r>
            <a:r>
              <a:rPr lang="en-US" sz="1400" b="1" dirty="0">
                <a:hlinkClick r:id="rId4"/>
              </a:rPr>
              <a:t>https://doi.org/10.1007/s40521-024-00380-x</a:t>
            </a:r>
            <a:r>
              <a:rPr lang="en-US" sz="1400" b="1" dirty="0"/>
              <a:t> January 2025</a:t>
            </a:r>
          </a:p>
          <a:p>
            <a:endParaRPr lang="en-US" sz="1400" b="1" dirty="0"/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0AD3FE61-3ACA-9749-A9DD-FBE0FF9B5976}"/>
              </a:ext>
            </a:extLst>
          </p:cNvPr>
          <p:cNvSpPr txBox="1"/>
          <p:nvPr/>
        </p:nvSpPr>
        <p:spPr>
          <a:xfrm>
            <a:off x="838200" y="3298985"/>
            <a:ext cx="58879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≈ 1.9% in Sub-</a:t>
            </a:r>
            <a:r>
              <a:rPr lang="en-US" dirty="0" err="1"/>
              <a:t>sahara</a:t>
            </a:r>
            <a:r>
              <a:rPr lang="en-US" dirty="0"/>
              <a:t> Africa</a:t>
            </a:r>
          </a:p>
          <a:p>
            <a:endParaRPr lang="en-US" dirty="0"/>
          </a:p>
        </p:txBody>
      </p:sp>
      <p:sp>
        <p:nvSpPr>
          <p:cNvPr id="9" name="Curved Left Arrow 8">
            <a:extLst>
              <a:ext uri="{FF2B5EF4-FFF2-40B4-BE49-F238E27FC236}">
                <a16:creationId xmlns:a16="http://schemas.microsoft.com/office/drawing/2014/main" xmlns="" id="{915D3268-A31A-0347-A19C-B547FC131862}"/>
              </a:ext>
            </a:extLst>
          </p:cNvPr>
          <p:cNvSpPr/>
          <p:nvPr/>
        </p:nvSpPr>
        <p:spPr>
          <a:xfrm rot="15600285">
            <a:off x="8243191" y="2324433"/>
            <a:ext cx="458050" cy="2175052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032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E72E5B0-1BCD-9D42-8B45-83098312C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4595018" y="2419557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Pathophysiology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090932B1-5340-6D48-A51C-35645D60F5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25564" y="242668"/>
            <a:ext cx="10719460" cy="685800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6D91D03A-3AF4-A94D-8101-9F3BE4B53E37}"/>
              </a:ext>
            </a:extLst>
          </p:cNvPr>
          <p:cNvSpPr txBox="1"/>
          <p:nvPr/>
        </p:nvSpPr>
        <p:spPr>
          <a:xfrm>
            <a:off x="7635834" y="5058888"/>
            <a:ext cx="2429639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Triple response of Lewis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xmlns="" id="{287BC979-F9EA-7B45-A8F6-16603E897319}"/>
              </a:ext>
            </a:extLst>
          </p:cNvPr>
          <p:cNvCxnSpPr>
            <a:cxnSpLocks/>
          </p:cNvCxnSpPr>
          <p:nvPr/>
        </p:nvCxnSpPr>
        <p:spPr>
          <a:xfrm flipH="1">
            <a:off x="4980214" y="5428220"/>
            <a:ext cx="2530929" cy="3847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xmlns="" id="{D7CE80C1-EDF0-DC4D-AC23-29F6FE262780}"/>
              </a:ext>
            </a:extLst>
          </p:cNvPr>
          <p:cNvCxnSpPr>
            <a:cxnSpLocks/>
          </p:cNvCxnSpPr>
          <p:nvPr/>
        </p:nvCxnSpPr>
        <p:spPr>
          <a:xfrm>
            <a:off x="8850653" y="5428220"/>
            <a:ext cx="211704" cy="3847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xmlns="" id="{F6E81DA5-272C-414B-8970-5029FD2C7BF1}"/>
              </a:ext>
            </a:extLst>
          </p:cNvPr>
          <p:cNvCxnSpPr>
            <a:cxnSpLocks/>
          </p:cNvCxnSpPr>
          <p:nvPr/>
        </p:nvCxnSpPr>
        <p:spPr>
          <a:xfrm>
            <a:off x="10065473" y="5428220"/>
            <a:ext cx="1214819" cy="9718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3A53C910-3EF2-C44C-9CC7-A5EC4C037B26}"/>
              </a:ext>
            </a:extLst>
          </p:cNvPr>
          <p:cNvSpPr txBox="1"/>
          <p:nvPr/>
        </p:nvSpPr>
        <p:spPr>
          <a:xfrm>
            <a:off x="10413003" y="6444363"/>
            <a:ext cx="16466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vasopermeability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Donut 21">
            <a:extLst>
              <a:ext uri="{FF2B5EF4-FFF2-40B4-BE49-F238E27FC236}">
                <a16:creationId xmlns:a16="http://schemas.microsoft.com/office/drawing/2014/main" xmlns="" id="{E6A6E769-329E-8043-8170-7F3608F040C2}"/>
              </a:ext>
            </a:extLst>
          </p:cNvPr>
          <p:cNvSpPr/>
          <p:nvPr/>
        </p:nvSpPr>
        <p:spPr>
          <a:xfrm>
            <a:off x="3453209" y="5246750"/>
            <a:ext cx="1714500" cy="914400"/>
          </a:xfrm>
          <a:prstGeom prst="donut">
            <a:avLst>
              <a:gd name="adj" fmla="val 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Donut 22">
            <a:extLst>
              <a:ext uri="{FF2B5EF4-FFF2-40B4-BE49-F238E27FC236}">
                <a16:creationId xmlns:a16="http://schemas.microsoft.com/office/drawing/2014/main" xmlns="" id="{949A4E2F-863F-3149-B609-1A5A2ABFEBA0}"/>
              </a:ext>
            </a:extLst>
          </p:cNvPr>
          <p:cNvSpPr/>
          <p:nvPr/>
        </p:nvSpPr>
        <p:spPr>
          <a:xfrm>
            <a:off x="8698503" y="5495792"/>
            <a:ext cx="1714500" cy="914400"/>
          </a:xfrm>
          <a:prstGeom prst="donut">
            <a:avLst>
              <a:gd name="adj" fmla="val 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4" name="Donut 23">
            <a:extLst>
              <a:ext uri="{FF2B5EF4-FFF2-40B4-BE49-F238E27FC236}">
                <a16:creationId xmlns:a16="http://schemas.microsoft.com/office/drawing/2014/main" xmlns="" id="{361B5587-81B1-F847-B046-0542245F759F}"/>
              </a:ext>
            </a:extLst>
          </p:cNvPr>
          <p:cNvSpPr/>
          <p:nvPr/>
        </p:nvSpPr>
        <p:spPr>
          <a:xfrm>
            <a:off x="10354209" y="5987163"/>
            <a:ext cx="1714500" cy="914400"/>
          </a:xfrm>
          <a:prstGeom prst="donut">
            <a:avLst>
              <a:gd name="adj" fmla="val 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392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E72E5B0-1BCD-9D42-8B45-83098312C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4595018" y="2419557"/>
            <a:ext cx="10515600" cy="1325563"/>
          </a:xfrm>
        </p:spPr>
        <p:txBody>
          <a:bodyPr/>
          <a:lstStyle/>
          <a:p>
            <a:pPr algn="ctr"/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xmlns="" id="{0E8A4642-4C69-0E99-E89A-FD150D53AF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2746" y="0"/>
            <a:ext cx="11512734" cy="6531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0252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xmlns="" id="{27FAF7E5-19A0-344E-AAA9-24F6F9AF4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4143" y="2406197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Clinical Presentation</a:t>
            </a:r>
          </a:p>
        </p:txBody>
      </p:sp>
    </p:spTree>
    <p:extLst>
      <p:ext uri="{BB962C8B-B14F-4D97-AF65-F5344CB8AC3E}">
        <p14:creationId xmlns:p14="http://schemas.microsoft.com/office/powerpoint/2010/main" val="1378022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xmlns="" id="{58B9CC77-ACB7-8946-92A8-9C354FCA348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37454226"/>
              </p:ext>
            </p:extLst>
          </p:nvPr>
        </p:nvGraphicFramePr>
        <p:xfrm>
          <a:off x="0" y="1"/>
          <a:ext cx="12192000" cy="685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06849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453605D-3508-2942-A50F-6530E259A74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C9E2EC5-F3FF-F244-8E44-0529D0B1919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59AC03C9-2D42-8942-AC23-AD976F853B4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920D8D87-C3D6-BB42-B8B4-BCFBE00BB5A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7BBC707-FF48-754E-BEDB-43AAC5D7D88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A717CDE-76B8-C44D-B628-DD9027F7BAB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/>
        </p:bldSub>
      </p:bldGraphic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3436D2C1-448B-4D4D-93D3-2EE2E4BEB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xmlns="" id="{3ED7CDAE-8FEB-69DF-8B98-EEAAA6C1276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55288" y="131974"/>
            <a:ext cx="11584778" cy="6360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6379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3436D2C1-448B-4D4D-93D3-2EE2E4BEB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Wheals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xmlns="" id="{5D9E7340-9CAE-104B-A69F-4212FF778A7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1825625"/>
            <a:ext cx="5257800" cy="4480172"/>
          </a:xfrm>
        </p:spPr>
      </p:pic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xmlns="" id="{8B6D809E-3AB2-EC45-87B0-BB3BC969361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587331" y="1825625"/>
            <a:ext cx="4351338" cy="4351338"/>
          </a:xfrm>
        </p:spPr>
      </p:pic>
    </p:spTree>
    <p:extLst>
      <p:ext uri="{BB962C8B-B14F-4D97-AF65-F5344CB8AC3E}">
        <p14:creationId xmlns:p14="http://schemas.microsoft.com/office/powerpoint/2010/main" val="1408643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9382FA90-DA3A-ACD1-3531-E9DEC98C6A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69" y="152742"/>
            <a:ext cx="11935150" cy="6464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5922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DC30DBE8-8F6D-C54D-B5DC-48D45D72C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Perioral angioedema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xmlns="" id="{EB2B3FCA-AE4B-7B40-BA9B-59A9AA48EC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83675" y="1506662"/>
            <a:ext cx="6194715" cy="4935743"/>
          </a:xfrm>
        </p:spPr>
      </p:pic>
    </p:spTree>
    <p:extLst>
      <p:ext uri="{BB962C8B-B14F-4D97-AF65-F5344CB8AC3E}">
        <p14:creationId xmlns:p14="http://schemas.microsoft.com/office/powerpoint/2010/main" val="3264162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CE597861-778E-1741-ABB5-8B95CA6F4D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41" y="84841"/>
            <a:ext cx="12028602" cy="6513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7557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9BCD5BE7-9099-BD46-9A4F-36C0936AD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Classification of urticaria</a:t>
            </a:r>
          </a:p>
        </p:txBody>
      </p:sp>
    </p:spTree>
    <p:extLst>
      <p:ext uri="{BB962C8B-B14F-4D97-AF65-F5344CB8AC3E}">
        <p14:creationId xmlns:p14="http://schemas.microsoft.com/office/powerpoint/2010/main" val="24228270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75663EB-0F1E-234D-97FD-FABE3EBA9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xmlns="" id="{72678CF5-E95A-4641-A1CE-8E6BE111FFA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39462687"/>
              </p:ext>
            </p:extLst>
          </p:nvPr>
        </p:nvGraphicFramePr>
        <p:xfrm>
          <a:off x="2032000" y="719666"/>
          <a:ext cx="8620166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26692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36B2299-6356-E347-8848-5A8292DC8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B586701C-DB7C-8247-978E-30C6041276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26571" y="0"/>
            <a:ext cx="11348358" cy="6857999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7212BB46-C7DE-334E-ACC8-04472B7C2663}"/>
              </a:ext>
            </a:extLst>
          </p:cNvPr>
          <p:cNvSpPr txBox="1"/>
          <p:nvPr/>
        </p:nvSpPr>
        <p:spPr>
          <a:xfrm>
            <a:off x="3027992" y="-16329"/>
            <a:ext cx="15686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&lt; 6weeks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19E3761D-2350-7F45-8A5F-4D5DE3A9F43B}"/>
              </a:ext>
            </a:extLst>
          </p:cNvPr>
          <p:cNvSpPr txBox="1"/>
          <p:nvPr/>
        </p:nvSpPr>
        <p:spPr>
          <a:xfrm>
            <a:off x="8850483" y="5192"/>
            <a:ext cx="15686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&gt; 6weeks</a:t>
            </a:r>
          </a:p>
        </p:txBody>
      </p:sp>
    </p:spTree>
    <p:extLst>
      <p:ext uri="{BB962C8B-B14F-4D97-AF65-F5344CB8AC3E}">
        <p14:creationId xmlns:p14="http://schemas.microsoft.com/office/powerpoint/2010/main" val="1755794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C569E67-8F2E-0444-82FF-8ED2F330C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837" y="365125"/>
            <a:ext cx="10515600" cy="1325563"/>
          </a:xfrm>
        </p:spPr>
        <p:txBody>
          <a:bodyPr/>
          <a:lstStyle/>
          <a:p>
            <a:endParaRPr lang="en-US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xmlns="" id="{10B7BF15-804A-2A4B-BD4A-FBD637C52B5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30807645"/>
              </p:ext>
            </p:extLst>
          </p:nvPr>
        </p:nvGraphicFramePr>
        <p:xfrm>
          <a:off x="0" y="0"/>
          <a:ext cx="12192000" cy="7984627"/>
        </p:xfrm>
        <a:graphic>
          <a:graphicData uri="http://schemas.openxmlformats.org/drawingml/2006/table">
            <a:tbl>
              <a:tblPr firstRow="1" firstCol="1" bandRow="1">
                <a:tableStyleId>{073A0DAA-6AF3-43AB-8588-CEC1D06C72B9}</a:tableStyleId>
              </a:tblPr>
              <a:tblGrid>
                <a:gridCol w="2371030">
                  <a:extLst>
                    <a:ext uri="{9D8B030D-6E8A-4147-A177-3AD203B41FA5}">
                      <a16:colId xmlns:a16="http://schemas.microsoft.com/office/drawing/2014/main" xmlns="" val="990584590"/>
                    </a:ext>
                  </a:extLst>
                </a:gridCol>
                <a:gridCol w="2448672">
                  <a:extLst>
                    <a:ext uri="{9D8B030D-6E8A-4147-A177-3AD203B41FA5}">
                      <a16:colId xmlns:a16="http://schemas.microsoft.com/office/drawing/2014/main" xmlns="" val="2993793403"/>
                    </a:ext>
                  </a:extLst>
                </a:gridCol>
                <a:gridCol w="2122580">
                  <a:extLst>
                    <a:ext uri="{9D8B030D-6E8A-4147-A177-3AD203B41FA5}">
                      <a16:colId xmlns:a16="http://schemas.microsoft.com/office/drawing/2014/main" xmlns="" val="1925757500"/>
                    </a:ext>
                  </a:extLst>
                </a:gridCol>
                <a:gridCol w="2876296">
                  <a:extLst>
                    <a:ext uri="{9D8B030D-6E8A-4147-A177-3AD203B41FA5}">
                      <a16:colId xmlns:a16="http://schemas.microsoft.com/office/drawing/2014/main" xmlns="" val="2091219966"/>
                    </a:ext>
                  </a:extLst>
                </a:gridCol>
                <a:gridCol w="2373422">
                  <a:extLst>
                    <a:ext uri="{9D8B030D-6E8A-4147-A177-3AD203B41FA5}">
                      <a16:colId xmlns:a16="http://schemas.microsoft.com/office/drawing/2014/main" xmlns="" val="3935117398"/>
                    </a:ext>
                  </a:extLst>
                </a:gridCol>
              </a:tblGrid>
              <a:tr h="64126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TYPE OF CHRONIC INDUCIBLE URTICARIA</a:t>
                      </a:r>
                      <a:endParaRPr lang="en-US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261" marR="3626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TRIGGER/STIMULUS</a:t>
                      </a:r>
                      <a:endParaRPr lang="en-US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261" marR="3626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CLINICAL FEATURES </a:t>
                      </a:r>
                      <a:endParaRPr lang="en-US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261" marR="3626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     PREVALENCE/NOTES       </a:t>
                      </a:r>
                      <a:endParaRPr lang="en-US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261" marR="3626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ASSOCIATED CONDITIONS</a:t>
                      </a:r>
                      <a:endParaRPr lang="en-US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261" marR="36261" marT="0" marB="0"/>
                </a:tc>
                <a:extLst>
                  <a:ext uri="{0D108BD9-81ED-4DB2-BD59-A6C34878D82A}">
                    <a16:rowId xmlns:a16="http://schemas.microsoft.com/office/drawing/2014/main" xmlns="" val="729263531"/>
                  </a:ext>
                </a:extLst>
              </a:tr>
              <a:tr h="50834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</a:rPr>
                        <a:t>Dermatographism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261" marR="3626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Firm stroking of the skin                                  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261" marR="3626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Linear wheal with surrounding erythema  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261" marR="3626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2–5% of population; peaks in 2</a:t>
                      </a:r>
                      <a:r>
                        <a:rPr lang="en-US" sz="1600" baseline="30000" dirty="0">
                          <a:effectLst/>
                        </a:rPr>
                        <a:t>nd</a:t>
                      </a:r>
                      <a:r>
                        <a:rPr lang="en-US" sz="1600" dirty="0">
                          <a:effectLst/>
                        </a:rPr>
                        <a:t>–3</a:t>
                      </a:r>
                      <a:r>
                        <a:rPr lang="en-US" sz="1600" baseline="30000" dirty="0">
                          <a:effectLst/>
                        </a:rPr>
                        <a:t>rd</a:t>
                      </a:r>
                      <a:r>
                        <a:rPr lang="en-US" sz="1600" dirty="0">
                          <a:effectLst/>
                        </a:rPr>
                        <a:t> decades; &lt;5 years duration                                       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261" marR="3626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Not influenced by atopy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261" marR="36261" marT="0" marB="0"/>
                </a:tc>
                <a:extLst>
                  <a:ext uri="{0D108BD9-81ED-4DB2-BD59-A6C34878D82A}">
                    <a16:rowId xmlns:a16="http://schemas.microsoft.com/office/drawing/2014/main" xmlns="" val="463877974"/>
                  </a:ext>
                </a:extLst>
              </a:tr>
              <a:tr h="44592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Pressure Urticaria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261" marR="3626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Sustained pressure (e.g., straps, running, manual labor)   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261" marR="3626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Delayed wheals at pressure sites                                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261" marR="3626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  Often accompanies chronic idiopathic urticaria    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261" marR="3626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Chronic idiopathic urticaria                   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261" marR="36261" marT="0" marB="0"/>
                </a:tc>
                <a:extLst>
                  <a:ext uri="{0D108BD9-81ED-4DB2-BD59-A6C34878D82A}">
                    <a16:rowId xmlns:a16="http://schemas.microsoft.com/office/drawing/2014/main" xmlns="" val="3329128723"/>
                  </a:ext>
                </a:extLst>
              </a:tr>
              <a:tr h="67868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Cholinergic Urticaria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261" marR="3626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Fever, hot bath/shower, exercise (↑ core body temperature)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261" marR="3626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Small (1–2 mm) pruritic wheals with large erythematous halos    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261" marR="3626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Distinctive presentation; common in young adults                                        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261" marR="3626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May coexist with vibratory urticaria          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261" marR="36261" marT="0" marB="0"/>
                </a:tc>
                <a:extLst>
                  <a:ext uri="{0D108BD9-81ED-4DB2-BD59-A6C34878D82A}">
                    <a16:rowId xmlns:a16="http://schemas.microsoft.com/office/drawing/2014/main" xmlns="" val="1650981691"/>
                  </a:ext>
                </a:extLst>
              </a:tr>
              <a:tr h="75948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Exercise-Induced Anaphylaxis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261" marR="3626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Exercise (alone or after food ingestion)                   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261" marR="3626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Flushing, pruritus, urticaria → angioedema, vascular collapse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261" marR="3626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May involve IgE to α-5 gliadin (wheat component); not triggered by passive heating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261" marR="3626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IgE to wheat gliadin (α-5 gliadin)    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261" marR="36261" marT="0" marB="0"/>
                </a:tc>
                <a:extLst>
                  <a:ext uri="{0D108BD9-81ED-4DB2-BD59-A6C34878D82A}">
                    <a16:rowId xmlns:a16="http://schemas.microsoft.com/office/drawing/2014/main" xmlns="" val="2591608467"/>
                  </a:ext>
                </a:extLst>
              </a:tr>
              <a:tr h="45245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Solar Urticaria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261" marR="3626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Exposure to specific UV/visible light wavelengths          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261" marR="3626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| Urticaria localized to sun-exposed areas                        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261" marR="3626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Subdivided into 6 groups based on light spectrum sensitivity                                       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261" marR="3626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None   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261" marR="36261" marT="0" marB="0"/>
                </a:tc>
                <a:extLst>
                  <a:ext uri="{0D108BD9-81ED-4DB2-BD59-A6C34878D82A}">
                    <a16:rowId xmlns:a16="http://schemas.microsoft.com/office/drawing/2014/main" xmlns="" val="3451540920"/>
                  </a:ext>
                </a:extLst>
              </a:tr>
              <a:tr h="75967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Cold Urticaria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261" marR="3626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Low temperatures or cold objects                           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261" marR="3626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Local wheals</a:t>
                      </a:r>
                      <a:r>
                        <a:rPr lang="en-US" sz="1600" dirty="0">
                          <a:effectLst/>
                          <a:sym typeface="Wingdings" pitchFamily="2" charset="2"/>
                        </a:rPr>
                        <a:t></a:t>
                      </a:r>
                      <a:r>
                        <a:rPr lang="en-US" sz="1600" dirty="0">
                          <a:effectLst/>
                        </a:rPr>
                        <a:t> vascular collapse during swimming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261" marR="3626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Can be acquired or inherited (familial cold autoinflammatory syndrome </a:t>
                      </a:r>
                      <a:r>
                        <a:rPr lang="en-US" sz="1600" dirty="0">
                          <a:effectLst/>
                          <a:sym typeface="Wingdings" pitchFamily="2" charset="2"/>
                        </a:rPr>
                        <a:t></a:t>
                      </a:r>
                      <a:r>
                        <a:rPr lang="en-US" sz="1600" dirty="0">
                          <a:effectLst/>
                        </a:rPr>
                        <a:t>NLRP3 mutation)   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261" marR="3626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Familial cold autoinflammatory syndrome        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261" marR="36261" marT="0" marB="0"/>
                </a:tc>
                <a:extLst>
                  <a:ext uri="{0D108BD9-81ED-4DB2-BD59-A6C34878D82A}">
                    <a16:rowId xmlns:a16="http://schemas.microsoft.com/office/drawing/2014/main" xmlns="" val="216266857"/>
                  </a:ext>
                </a:extLst>
              </a:tr>
              <a:tr h="67868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Vibratory Urticaria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261" marR="3626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Vibration (occupational exposure or idiopathic)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261" marR="3626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Local urticaria and/or angioedema                               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261" marR="3626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Can be familial (mutation in ADGRE2) or idiopathic; 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261" marR="3626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Familial vibratory urticaria (ADGRE2 mutation), cholinergic urticaria 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261" marR="36261" marT="0" marB="0"/>
                </a:tc>
                <a:extLst>
                  <a:ext uri="{0D108BD9-81ED-4DB2-BD59-A6C34878D82A}">
                    <a16:rowId xmlns:a16="http://schemas.microsoft.com/office/drawing/2014/main" xmlns="" val="2072927282"/>
                  </a:ext>
                </a:extLst>
              </a:tr>
              <a:tr h="45245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Local Heat Urticaria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261" marR="3626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Local application of heat                                  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261" marR="3626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Localized wheals at heat exposure site                          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261" marR="3626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Rare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261" marR="3626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None   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261" marR="36261" marT="0" marB="0"/>
                </a:tc>
                <a:extLst>
                  <a:ext uri="{0D108BD9-81ED-4DB2-BD59-A6C34878D82A}">
                    <a16:rowId xmlns:a16="http://schemas.microsoft.com/office/drawing/2014/main" xmlns="" val="1514331525"/>
                  </a:ext>
                </a:extLst>
              </a:tr>
              <a:tr h="45245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Aquagenic Urticaria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261" marR="3626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Contact with water (any temperature)                       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261" marR="3626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Local urticaria                                                 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261" marR="3626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 Rare; sometimes associated with polycythemia </a:t>
                      </a:r>
                      <a:r>
                        <a:rPr lang="en-US" sz="1600" dirty="0" err="1">
                          <a:effectLst/>
                        </a:rPr>
                        <a:t>vera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261" marR="3626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polycythemia vera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261" marR="36261" marT="0" marB="0"/>
                </a:tc>
                <a:extLst>
                  <a:ext uri="{0D108BD9-81ED-4DB2-BD59-A6C34878D82A}">
                    <a16:rowId xmlns:a16="http://schemas.microsoft.com/office/drawing/2014/main" xmlns="" val="396820413"/>
                  </a:ext>
                </a:extLst>
              </a:tr>
              <a:tr h="45245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Contact Urticaria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261" marR="3626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Direct contact with substances (e.g., latex)          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261" marR="3626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Localized urticaria at site of contact              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261" marR="3626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Stimulus-specific                                                                                                          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261" marR="3626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Chemical sensitivity (e.g., latex allergy)     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261" marR="36261" marT="0" marB="0"/>
                </a:tc>
                <a:extLst>
                  <a:ext uri="{0D108BD9-81ED-4DB2-BD59-A6C34878D82A}">
                    <a16:rowId xmlns:a16="http://schemas.microsoft.com/office/drawing/2014/main" xmlns="" val="30273954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2196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15F3756-FF90-2740-AFE2-9FCDBE305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Diagnosis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1E9DE26-CE32-B341-864E-7B02C69329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9381"/>
            <a:ext cx="10515600" cy="489349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History alone of self-limited episodes suffices in the setting of:</a:t>
            </a:r>
          </a:p>
          <a:p>
            <a:endParaRPr lang="en-US" sz="400" dirty="0"/>
          </a:p>
          <a:p>
            <a:r>
              <a:rPr lang="en-US" dirty="0"/>
              <a:t>Acute disease triggered by </a:t>
            </a:r>
          </a:p>
          <a:p>
            <a:pPr lvl="1"/>
            <a:r>
              <a:rPr lang="en-US" sz="2800" dirty="0"/>
              <a:t>Drug</a:t>
            </a:r>
          </a:p>
          <a:p>
            <a:pPr lvl="1"/>
            <a:r>
              <a:rPr lang="en-US" sz="2800" dirty="0"/>
              <a:t>Environmental</a:t>
            </a:r>
          </a:p>
          <a:p>
            <a:pPr lvl="1"/>
            <a:r>
              <a:rPr lang="en-US" sz="2800" dirty="0"/>
              <a:t>Food allergen </a:t>
            </a:r>
          </a:p>
          <a:p>
            <a:pPr lvl="1"/>
            <a:endParaRPr lang="en-US" sz="900" dirty="0"/>
          </a:p>
          <a:p>
            <a:r>
              <a:rPr lang="en-US" dirty="0"/>
              <a:t>History-directed confirmatory skin testing or assay for serum allergen-specific </a:t>
            </a:r>
            <a:r>
              <a:rPr lang="en-US" dirty="0" err="1"/>
              <a:t>IgE</a:t>
            </a:r>
            <a:endParaRPr lang="en-US" dirty="0"/>
          </a:p>
          <a:p>
            <a:endParaRPr lang="en-US" sz="200" dirty="0"/>
          </a:p>
          <a:p>
            <a:r>
              <a:rPr lang="en-US" dirty="0"/>
              <a:t>Direct reproduction of lesion in physical urticaria is valuable</a:t>
            </a:r>
          </a:p>
          <a:p>
            <a:endParaRPr lang="en-US" dirty="0"/>
          </a:p>
          <a:p>
            <a:r>
              <a:rPr lang="en-US" dirty="0"/>
              <a:t>Labs: Only when indicated (CBC,ESR/</a:t>
            </a:r>
            <a:r>
              <a:rPr lang="en-US" dirty="0" err="1"/>
              <a:t>CRP,ANA,Complement</a:t>
            </a:r>
            <a:r>
              <a:rPr lang="en-US" dirty="0"/>
              <a:t>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7260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47255F4-5738-8642-8128-A19BB1E97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Diagnosis…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E1A5A55-14E8-314C-900D-4A1F463DD0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0000"/>
                </a:solidFill>
              </a:rPr>
              <a:t>Red Flags </a:t>
            </a:r>
            <a:r>
              <a:rPr lang="en-US" b="1" dirty="0"/>
              <a:t>– When to Investigate Further</a:t>
            </a:r>
          </a:p>
          <a:p>
            <a:endParaRPr lang="en-US" b="1" dirty="0"/>
          </a:p>
          <a:p>
            <a:r>
              <a:rPr lang="en-US" b="1" dirty="0"/>
              <a:t>Lesions &gt;36 hours</a:t>
            </a:r>
            <a:r>
              <a:rPr lang="en-US" dirty="0"/>
              <a:t>, painful, scarring → suspect </a:t>
            </a:r>
            <a:r>
              <a:rPr lang="en-US" b="1" dirty="0"/>
              <a:t>urticarial vasculitis</a:t>
            </a:r>
            <a:endParaRPr lang="en-US" dirty="0"/>
          </a:p>
          <a:p>
            <a:pPr lvl="1"/>
            <a:r>
              <a:rPr lang="en-US" dirty="0"/>
              <a:t>Do a </a:t>
            </a:r>
            <a:r>
              <a:rPr lang="en-US" b="1" dirty="0"/>
              <a:t>biopsy: </a:t>
            </a:r>
            <a:r>
              <a:rPr lang="en-US" sz="2400" dirty="0"/>
              <a:t>Look for </a:t>
            </a:r>
            <a:r>
              <a:rPr lang="en-US" sz="2400" b="1" dirty="0"/>
              <a:t>cellular infiltration</a:t>
            </a:r>
            <a:r>
              <a:rPr lang="en-US" sz="2400" dirty="0"/>
              <a:t>, </a:t>
            </a:r>
            <a:r>
              <a:rPr lang="en-US" sz="2400" b="1" dirty="0"/>
              <a:t>nuclear debris</a:t>
            </a:r>
            <a:r>
              <a:rPr lang="en-US" sz="2400" dirty="0"/>
              <a:t>, </a:t>
            </a:r>
            <a:r>
              <a:rPr lang="en-US" sz="2400" b="1" dirty="0"/>
              <a:t>fibrinoid necrosis</a:t>
            </a:r>
          </a:p>
          <a:p>
            <a:pPr lvl="2"/>
            <a:endParaRPr lang="en-US" sz="2400" dirty="0"/>
          </a:p>
          <a:p>
            <a:r>
              <a:rPr lang="en-US" dirty="0"/>
              <a:t>Chronic angioedema without urticaria → </a:t>
            </a:r>
            <a:r>
              <a:rPr lang="en-US" b="1" dirty="0"/>
              <a:t>check complement levels</a:t>
            </a:r>
          </a:p>
          <a:p>
            <a:endParaRPr lang="en-US" b="1" dirty="0"/>
          </a:p>
          <a:p>
            <a:r>
              <a:rPr lang="en-US" dirty="0"/>
              <a:t>Flushing and </a:t>
            </a:r>
            <a:r>
              <a:rPr lang="en-US" dirty="0" err="1"/>
              <a:t>urticating</a:t>
            </a:r>
            <a:r>
              <a:rPr lang="en-US" dirty="0"/>
              <a:t> papules → </a:t>
            </a:r>
            <a:r>
              <a:rPr lang="en-US" b="1" dirty="0"/>
              <a:t>evaluate for </a:t>
            </a:r>
            <a:r>
              <a:rPr lang="en-US" b="1" dirty="0" err="1"/>
              <a:t>mastocytosis</a:t>
            </a:r>
            <a:endParaRPr lang="en-US" b="1" dirty="0"/>
          </a:p>
          <a:p>
            <a:endParaRPr lang="en-US" b="1" dirty="0"/>
          </a:p>
          <a:p>
            <a:r>
              <a:rPr lang="en-US" dirty="0"/>
              <a:t>Travel history → assess for </a:t>
            </a:r>
            <a:r>
              <a:rPr lang="en-US" b="1" dirty="0"/>
              <a:t>parasitic infections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17020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4129442-BF22-6B4D-BFEC-81116AFCA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Diagnosis…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14DD76D-9DF1-E349-B5EB-68A1B22362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Consider hereditary angioedema (HAE);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Recurrent laryngeal edema 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No pruritis or urticaria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Prominence of recurrent abdominal colicky 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Positive Family History </a:t>
            </a:r>
          </a:p>
        </p:txBody>
      </p:sp>
    </p:spTree>
    <p:extLst>
      <p:ext uri="{BB962C8B-B14F-4D97-AF65-F5344CB8AC3E}">
        <p14:creationId xmlns:p14="http://schemas.microsoft.com/office/powerpoint/2010/main" val="3837171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EF2FA8B-B988-1244-B1C2-24DC98891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Treatment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4673304-A7CC-E049-9E06-F087A58E39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76453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/>
              <a:t>First-Line Treatment for Most Urticarias</a:t>
            </a:r>
          </a:p>
          <a:p>
            <a:pPr>
              <a:lnSpc>
                <a:spcPct val="120000"/>
              </a:lnSpc>
            </a:pPr>
            <a:r>
              <a:rPr lang="en-US" dirty="0"/>
              <a:t>H1 Antihistamines Preferred Agents (non- or low-sedating):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Loratadine, Desloratadine, Fexofenadine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Cetirizine, Levocetirizine</a:t>
            </a:r>
          </a:p>
          <a:p>
            <a:pPr>
              <a:lnSpc>
                <a:spcPct val="120000"/>
              </a:lnSpc>
            </a:pPr>
            <a:r>
              <a:rPr lang="en-US" b="1" dirty="0"/>
              <a:t>Dose escalation</a:t>
            </a:r>
            <a:r>
              <a:rPr lang="en-US" dirty="0"/>
              <a:t>: Up to </a:t>
            </a:r>
            <a:r>
              <a:rPr lang="en-US" b="1" dirty="0"/>
              <a:t>4× standard daily dose</a:t>
            </a:r>
            <a:r>
              <a:rPr lang="en-US" dirty="0"/>
              <a:t> if needed</a:t>
            </a:r>
          </a:p>
          <a:p>
            <a:pPr>
              <a:lnSpc>
                <a:spcPct val="120000"/>
              </a:lnSpc>
            </a:pPr>
            <a:r>
              <a:rPr lang="en-US" b="1" dirty="0"/>
              <a:t>Sedating antihistamines (e.g., diphenhydramine)</a:t>
            </a:r>
            <a:r>
              <a:rPr lang="en-US" dirty="0"/>
              <a:t>: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CNS side effects: drowsiness, impaired coordination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Anticholinergic effects: visual disturbance, constipation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4973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9331DC3-6300-FD40-89A1-3AE198ED8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Treatment…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768DE8B-4E1B-4A44-8B32-278D27F097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b="1" dirty="0"/>
              <a:t>Add-On Therapies for Inadequate Response</a:t>
            </a:r>
          </a:p>
          <a:p>
            <a:pPr>
              <a:lnSpc>
                <a:spcPct val="150000"/>
              </a:lnSpc>
            </a:pPr>
            <a:r>
              <a:rPr lang="en-US" b="1" dirty="0"/>
              <a:t>H2 Antagonists</a:t>
            </a:r>
            <a:r>
              <a:rPr lang="en-US" dirty="0"/>
              <a:t>: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Ranitidine, Famotidine</a:t>
            </a:r>
          </a:p>
          <a:p>
            <a:pPr>
              <a:lnSpc>
                <a:spcPct val="150000"/>
              </a:lnSpc>
            </a:pPr>
            <a:r>
              <a:rPr lang="en-US" b="1" dirty="0"/>
              <a:t>CysLT1 Receptor Antagonists</a:t>
            </a:r>
            <a:r>
              <a:rPr lang="en-US" dirty="0"/>
              <a:t>: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Montelukast (10 mg/day)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Zafirlukast (20 mg twice daily)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1872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6F70D58-8E93-4848-9B0D-2ED64C7F3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Treatment…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7B3FD61-B792-4F48-8677-952C59813D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Second-Line &amp; Advanced Treatments</a:t>
            </a:r>
          </a:p>
          <a:p>
            <a:pPr lvl="1">
              <a:lnSpc>
                <a:spcPct val="150000"/>
              </a:lnSpc>
            </a:pPr>
            <a:r>
              <a:rPr lang="en-US" b="1" dirty="0"/>
              <a:t> </a:t>
            </a:r>
            <a:r>
              <a:rPr lang="en-US" sz="2800" b="1" dirty="0"/>
              <a:t>Monoclonal Antibodies</a:t>
            </a:r>
          </a:p>
          <a:p>
            <a:pPr lvl="1">
              <a:lnSpc>
                <a:spcPct val="150000"/>
              </a:lnSpc>
            </a:pPr>
            <a:r>
              <a:rPr lang="en-US" sz="2800" b="1" dirty="0"/>
              <a:t>Omalizumab</a:t>
            </a:r>
            <a:r>
              <a:rPr lang="en-US" sz="2800" dirty="0"/>
              <a:t>: Anti-</a:t>
            </a:r>
            <a:r>
              <a:rPr lang="en-US" sz="2800" dirty="0" err="1"/>
              <a:t>IgE</a:t>
            </a:r>
            <a:r>
              <a:rPr lang="en-US" sz="2800" dirty="0"/>
              <a:t>; effective for chronic refractory urticaria</a:t>
            </a:r>
          </a:p>
          <a:p>
            <a:pPr>
              <a:lnSpc>
                <a:spcPct val="150000"/>
              </a:lnSpc>
            </a:pPr>
            <a:r>
              <a:rPr lang="en-US" b="1" dirty="0"/>
              <a:t>Other Agents (sedating but may help)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Doxepin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Cyproheptadine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Hydroxyzine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5373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0AC4028-1410-6F4A-9798-ECD1E277F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086707" cy="1325563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Role of Glucocorticoids &amp; Immunosuppressants</a:t>
            </a:r>
            <a:r>
              <a:rPr lang="en-US" b="1" dirty="0"/>
              <a:t/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5C8CA9C-538C-DC4C-B0A5-1A5A448164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4991"/>
            <a:ext cx="10515600" cy="5341134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endParaRPr lang="en-US" sz="11200" b="1" dirty="0"/>
          </a:p>
          <a:p>
            <a:pPr>
              <a:buFont typeface="Wingdings" pitchFamily="2" charset="2"/>
              <a:buChar char="v"/>
            </a:pPr>
            <a:r>
              <a:rPr lang="en-US" sz="11200" b="1" dirty="0"/>
              <a:t> Not recommended:</a:t>
            </a:r>
          </a:p>
          <a:p>
            <a:pPr lvl="1"/>
            <a:r>
              <a:rPr lang="en-US" sz="9600" b="1" dirty="0"/>
              <a:t>Topical steroids</a:t>
            </a:r>
            <a:r>
              <a:rPr lang="en-US" sz="9600" dirty="0"/>
              <a:t> – </a:t>
            </a:r>
            <a:r>
              <a:rPr lang="en-US" sz="9600" i="1" dirty="0"/>
              <a:t>ineffective</a:t>
            </a:r>
            <a:endParaRPr lang="en-US" sz="9600" dirty="0"/>
          </a:p>
          <a:p>
            <a:pPr lvl="1"/>
            <a:r>
              <a:rPr lang="en-US" sz="9600" b="1" dirty="0"/>
              <a:t>Systemic steroids</a:t>
            </a:r>
            <a:r>
              <a:rPr lang="en-US" sz="9600" dirty="0"/>
              <a:t> – </a:t>
            </a:r>
            <a:r>
              <a:rPr lang="en-US" sz="9600" i="1" dirty="0"/>
              <a:t>generally avoided</a:t>
            </a:r>
            <a:r>
              <a:rPr lang="en-US" sz="9600" dirty="0"/>
              <a:t> due to toxicity</a:t>
            </a:r>
          </a:p>
          <a:p>
            <a:pPr>
              <a:buFont typeface="Wingdings" pitchFamily="2" charset="2"/>
              <a:buChar char="v"/>
            </a:pPr>
            <a:r>
              <a:rPr lang="en-US" sz="11200" b="1" dirty="0"/>
              <a:t> Consider if:</a:t>
            </a:r>
          </a:p>
          <a:p>
            <a:pPr lvl="1"/>
            <a:r>
              <a:rPr lang="en-US" sz="9600" dirty="0"/>
              <a:t>Pressure urticaria</a:t>
            </a:r>
          </a:p>
          <a:p>
            <a:pPr lvl="1"/>
            <a:r>
              <a:rPr lang="en-US" sz="9600" dirty="0" err="1"/>
              <a:t>Vasculitic</a:t>
            </a:r>
            <a:r>
              <a:rPr lang="en-US" sz="9600" dirty="0"/>
              <a:t> urticaria</a:t>
            </a:r>
          </a:p>
          <a:p>
            <a:pPr lvl="1"/>
            <a:r>
              <a:rPr lang="en-US" sz="9600" dirty="0"/>
              <a:t>Refractory chronic urticaria</a:t>
            </a:r>
          </a:p>
          <a:p>
            <a:pPr lvl="1"/>
            <a:r>
              <a:rPr lang="en-US" sz="9600" dirty="0"/>
              <a:t>Idiopathic angioedema</a:t>
            </a:r>
          </a:p>
          <a:p>
            <a:pPr>
              <a:buFont typeface="Wingdings" pitchFamily="2" charset="2"/>
              <a:buChar char="v"/>
            </a:pPr>
            <a:r>
              <a:rPr lang="en-US" sz="11200" b="1" dirty="0"/>
              <a:t> Add-on Immunomodulators:</a:t>
            </a:r>
          </a:p>
          <a:p>
            <a:pPr lvl="1"/>
            <a:r>
              <a:rPr lang="en-US" sz="9600" dirty="0"/>
              <a:t>Hydroxychloroquine</a:t>
            </a:r>
          </a:p>
          <a:p>
            <a:pPr lvl="1"/>
            <a:r>
              <a:rPr lang="en-US" sz="9600" dirty="0"/>
              <a:t>Dapsone</a:t>
            </a:r>
          </a:p>
          <a:p>
            <a:pPr lvl="1"/>
            <a:r>
              <a:rPr lang="en-US" sz="9600" dirty="0"/>
              <a:t>Colchicine</a:t>
            </a:r>
          </a:p>
          <a:p>
            <a:pPr lvl="1"/>
            <a:endParaRPr lang="en-US" sz="9600" dirty="0"/>
          </a:p>
          <a:p>
            <a:pPr>
              <a:buFont typeface="Wingdings" pitchFamily="2" charset="2"/>
              <a:buChar char="v"/>
            </a:pPr>
            <a:r>
              <a:rPr lang="en-US" sz="11200" b="1" dirty="0"/>
              <a:t>Cyclosporine</a:t>
            </a:r>
            <a:r>
              <a:rPr lang="en-US" sz="11200" dirty="0"/>
              <a:t> – for severe, treatment-resistant cases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073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BD1B42D-A6BE-B441-95C3-A94AC7EE6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963" y="365125"/>
            <a:ext cx="11660957" cy="1325563"/>
          </a:xfrm>
        </p:spPr>
        <p:txBody>
          <a:bodyPr/>
          <a:lstStyle/>
          <a:p>
            <a:r>
              <a:rPr lang="en-US" dirty="0"/>
              <a:t>Role of Glucocorticoids &amp; Immunosuppressants...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E9CDD1B-4EBC-0345-B2D6-D6C61D6C49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b="1" dirty="0"/>
              <a:t>Treatment of Bradykinin-Mediated Angioedema (HAE)</a:t>
            </a:r>
          </a:p>
          <a:p>
            <a:pPr>
              <a:lnSpc>
                <a:spcPct val="150000"/>
              </a:lnSpc>
            </a:pPr>
            <a:r>
              <a:rPr lang="en-US" b="1" dirty="0"/>
              <a:t>Acute Attacks: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Plasma-derived or recombinant </a:t>
            </a:r>
            <a:r>
              <a:rPr lang="en-US" sz="2800" b="1" dirty="0" smtClean="0"/>
              <a:t>C1INH (C1 esterase inhibitor)</a:t>
            </a:r>
            <a:endParaRPr lang="en-US" sz="2800" dirty="0"/>
          </a:p>
          <a:p>
            <a:pPr lvl="1">
              <a:lnSpc>
                <a:spcPct val="150000"/>
              </a:lnSpc>
            </a:pPr>
            <a:r>
              <a:rPr lang="en-US" sz="2800" b="1" dirty="0" err="1"/>
              <a:t>Icatibant</a:t>
            </a:r>
            <a:r>
              <a:rPr lang="en-US" sz="2800" dirty="0"/>
              <a:t> (bradykinin B2 receptor antagonist)</a:t>
            </a:r>
          </a:p>
          <a:p>
            <a:pPr lvl="1">
              <a:lnSpc>
                <a:spcPct val="150000"/>
              </a:lnSpc>
            </a:pPr>
            <a:r>
              <a:rPr lang="en-US" sz="2800" b="1" dirty="0" err="1"/>
              <a:t>Ecallantide</a:t>
            </a:r>
            <a:r>
              <a:rPr lang="en-US" sz="2800" dirty="0"/>
              <a:t> (kallikrein inhibitor)</a:t>
            </a:r>
          </a:p>
          <a:p>
            <a:pPr lvl="1">
              <a:lnSpc>
                <a:spcPct val="150000"/>
              </a:lnSpc>
            </a:pPr>
            <a:r>
              <a:rPr lang="en-US" sz="2800" b="1" dirty="0"/>
              <a:t>FFP</a:t>
            </a:r>
            <a:r>
              <a:rPr lang="en-US" sz="2800" dirty="0"/>
              <a:t> (fresh frozen plasma) if other agents unavailable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2245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21FDAA6-35E2-FD44-9257-6A7CB9D05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F8B2006-EA0E-A74E-8CC3-4E3D011E97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HAE Prophylaxis Options</a:t>
            </a:r>
          </a:p>
          <a:p>
            <a:pPr lvl="1">
              <a:lnSpc>
                <a:spcPct val="150000"/>
              </a:lnSpc>
            </a:pPr>
            <a:r>
              <a:rPr lang="en-US" sz="3200" b="1" dirty="0" err="1"/>
              <a:t>Lanadelumab</a:t>
            </a:r>
            <a:r>
              <a:rPr lang="en-US" sz="3200" dirty="0"/>
              <a:t> (anti-kallikrein monoclonal antibody)</a:t>
            </a:r>
          </a:p>
          <a:p>
            <a:pPr lvl="1">
              <a:lnSpc>
                <a:spcPct val="150000"/>
              </a:lnSpc>
            </a:pPr>
            <a:r>
              <a:rPr lang="en-US" sz="3200" b="1" dirty="0"/>
              <a:t>Plasma-derived C1INH</a:t>
            </a:r>
            <a:endParaRPr lang="en-US" sz="3200" dirty="0"/>
          </a:p>
          <a:p>
            <a:pPr lvl="1">
              <a:lnSpc>
                <a:spcPct val="150000"/>
              </a:lnSpc>
            </a:pPr>
            <a:r>
              <a:rPr lang="en-US" sz="3200" b="1" dirty="0"/>
              <a:t>Attenuated androgens</a:t>
            </a:r>
            <a:r>
              <a:rPr lang="en-US" sz="3200" dirty="0"/>
              <a:t> (stimulate C1INH production)</a:t>
            </a:r>
          </a:p>
          <a:p>
            <a:pPr lvl="1">
              <a:lnSpc>
                <a:spcPct val="150000"/>
              </a:lnSpc>
            </a:pPr>
            <a:r>
              <a:rPr lang="el-GR" sz="3200" b="1" dirty="0"/>
              <a:t>ε-</a:t>
            </a:r>
            <a:r>
              <a:rPr lang="en-US" sz="3200" b="1" dirty="0"/>
              <a:t>Aminocaproic acid</a:t>
            </a:r>
            <a:r>
              <a:rPr lang="en-US" sz="3200" dirty="0"/>
              <a:t> (antifibrinolytic)</a:t>
            </a:r>
          </a:p>
          <a:p>
            <a:pPr lvl="2">
              <a:lnSpc>
                <a:spcPct val="150000"/>
              </a:lnSpc>
            </a:pPr>
            <a:r>
              <a:rPr lang="en-US" sz="2800" dirty="0"/>
              <a:t>Contraindicated in </a:t>
            </a:r>
            <a:r>
              <a:rPr lang="en-US" sz="2800" b="1" dirty="0"/>
              <a:t>thrombotic risk</a:t>
            </a:r>
            <a:r>
              <a:rPr lang="en-US" sz="2800" dirty="0"/>
              <a:t> patients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8527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6F8C36B-C096-9343-AEE2-1C386EF8C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3582A69-83FE-4E46-831D-F3C035F23A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b="1" dirty="0"/>
              <a:t>ACE Inhibitor–Induced Angioedema &amp; Acquired C1INH Deficiency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ACE Inhibitor–Induced Angioedema</a:t>
            </a:r>
            <a:r>
              <a:rPr lang="en-US" sz="2800" dirty="0" smtClean="0"/>
              <a:t>: Stop culprit</a:t>
            </a:r>
            <a:endParaRPr lang="en-US" sz="2800" dirty="0"/>
          </a:p>
          <a:p>
            <a:pPr lvl="1">
              <a:lnSpc>
                <a:spcPct val="150000"/>
              </a:lnSpc>
            </a:pPr>
            <a:r>
              <a:rPr lang="en-US" sz="2800" dirty="0" smtClean="0"/>
              <a:t>Acquired </a:t>
            </a:r>
            <a:r>
              <a:rPr lang="en-US" sz="2800" dirty="0"/>
              <a:t>C1INH Deficiency: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Treat underlying autoimmune disease or malignancy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9188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96ABA297-51F4-682B-BFB2-FDED5D7CEC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04" y="179109"/>
            <a:ext cx="11938685" cy="6466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290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E695F76-4BAF-E399-24DA-7C7D69A85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x-none" dirty="0"/>
              <a:t>Drug Eruption</a:t>
            </a:r>
            <a:r>
              <a:rPr lang="en-US" dirty="0"/>
              <a:t>s</a:t>
            </a:r>
            <a:endParaRPr lang="x-non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FCA7993-65AC-8BE7-F814-07E89F3D8B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Any unwanted change in the skin, skin appendages or mucous membranes due to a drug; and has any unpredicted and harming reaction observed due to a drugs given at doses within the normal limits by the World Health Organisation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The pre-requisites for a reaction </a:t>
            </a:r>
          </a:p>
          <a:p>
            <a:pPr lvl="1"/>
            <a:r>
              <a:rPr lang="en-GB" dirty="0"/>
              <a:t>The dosage of the drug was within the normal limits</a:t>
            </a:r>
          </a:p>
          <a:p>
            <a:pPr lvl="1"/>
            <a:r>
              <a:rPr lang="en-GB" dirty="0"/>
              <a:t>The reaction was unpredictable</a:t>
            </a:r>
          </a:p>
          <a:p>
            <a:pPr lvl="1"/>
            <a:r>
              <a:rPr lang="en-GB" dirty="0"/>
              <a:t>The reaction was harmful for the patient</a:t>
            </a:r>
          </a:p>
          <a:p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1081518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xmlns="" id="{6C2B7044-C27B-6FE2-C304-C594F29030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987" y="110311"/>
            <a:ext cx="12060025" cy="6298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710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CE82F75-4B36-291E-D639-1285850A3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x-none" dirty="0"/>
              <a:t>Epidemiology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93D5E81-7C57-C06A-D3C9-F76BC6C396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</a:t>
            </a:r>
            <a:r>
              <a:rPr lang="x-none" dirty="0"/>
              <a:t>nternationally 2-3% of in patients</a:t>
            </a:r>
            <a:endParaRPr lang="en-US" dirty="0"/>
          </a:p>
          <a:p>
            <a:pPr marL="0" indent="0">
              <a:buNone/>
            </a:pPr>
            <a:endParaRPr lang="x-none" sz="2000" dirty="0"/>
          </a:p>
          <a:p>
            <a:r>
              <a:rPr lang="en-GB" dirty="0"/>
              <a:t>S</a:t>
            </a:r>
            <a:r>
              <a:rPr lang="x-none" dirty="0"/>
              <a:t>evere and potentially life thretening eruptions occurs in 1 in 1000 hospital patients</a:t>
            </a:r>
            <a:endParaRPr lang="en-US" dirty="0"/>
          </a:p>
          <a:p>
            <a:pPr marL="0" indent="0">
              <a:buNone/>
            </a:pPr>
            <a:endParaRPr lang="x-none" sz="1800" dirty="0"/>
          </a:p>
          <a:p>
            <a:r>
              <a:rPr lang="x-none" dirty="0"/>
              <a:t>Common in:</a:t>
            </a:r>
          </a:p>
          <a:p>
            <a:pPr lvl="1"/>
            <a:r>
              <a:rPr lang="en-GB" dirty="0"/>
              <a:t>W</a:t>
            </a:r>
            <a:r>
              <a:rPr lang="x-none" dirty="0"/>
              <a:t>omen</a:t>
            </a:r>
          </a:p>
          <a:p>
            <a:pPr lvl="1"/>
            <a:r>
              <a:rPr lang="en-GB" dirty="0"/>
              <a:t>E</a:t>
            </a:r>
            <a:r>
              <a:rPr lang="x-none" dirty="0"/>
              <a:t>lderly </a:t>
            </a:r>
          </a:p>
          <a:p>
            <a:pPr lvl="1"/>
            <a:r>
              <a:rPr lang="x-none" dirty="0"/>
              <a:t>Immunocompromised patients</a:t>
            </a:r>
          </a:p>
          <a:p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4028090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xmlns="" id="{24B7DCB4-AFF5-7B46-AA33-86E32CF20C6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08290380"/>
              </p:ext>
            </p:extLst>
          </p:nvPr>
        </p:nvGraphicFramePr>
        <p:xfrm>
          <a:off x="838200" y="365125"/>
          <a:ext cx="10419608" cy="63325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7" name="Graphic 6" descr="Medicine">
            <a:extLst>
              <a:ext uri="{FF2B5EF4-FFF2-40B4-BE49-F238E27FC236}">
                <a16:creationId xmlns:a16="http://schemas.microsoft.com/office/drawing/2014/main" xmlns="" id="{06DF1D64-ADBE-C24D-A470-C8CEFF3C65E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2601686" y="5029200"/>
            <a:ext cx="914400" cy="914400"/>
          </a:xfrm>
          <a:prstGeom prst="rect">
            <a:avLst/>
          </a:prstGeom>
        </p:spPr>
      </p:pic>
      <p:pic>
        <p:nvPicPr>
          <p:cNvPr id="8" name="Graphic 7" descr="Medicine">
            <a:extLst>
              <a:ext uri="{FF2B5EF4-FFF2-40B4-BE49-F238E27FC236}">
                <a16:creationId xmlns:a16="http://schemas.microsoft.com/office/drawing/2014/main" xmlns="" id="{C9235AD8-3578-314A-8552-50E06348F5B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2215243" y="5649685"/>
            <a:ext cx="914400" cy="914400"/>
          </a:xfrm>
          <a:prstGeom prst="rect">
            <a:avLst/>
          </a:prstGeom>
        </p:spPr>
      </p:pic>
      <p:pic>
        <p:nvPicPr>
          <p:cNvPr id="10" name="Graphic 9" descr="Man with cane">
            <a:extLst>
              <a:ext uri="{FF2B5EF4-FFF2-40B4-BE49-F238E27FC236}">
                <a16:creationId xmlns:a16="http://schemas.microsoft.com/office/drawing/2014/main" xmlns="" id="{CF15BA0D-9AB7-464B-92A8-E0F1C8AF169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8202386" y="5192485"/>
            <a:ext cx="914400" cy="914400"/>
          </a:xfrm>
          <a:prstGeom prst="rect">
            <a:avLst/>
          </a:prstGeom>
        </p:spPr>
      </p:pic>
      <p:pic>
        <p:nvPicPr>
          <p:cNvPr id="12" name="Graphic 11" descr="Woman with cane">
            <a:extLst>
              <a:ext uri="{FF2B5EF4-FFF2-40B4-BE49-F238E27FC236}">
                <a16:creationId xmlns:a16="http://schemas.microsoft.com/office/drawing/2014/main" xmlns="" id="{7B560977-62C5-044D-BDBC-19547BAE4EA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xmlns="" r:embed="rId13"/>
              </a:ext>
            </a:extLst>
          </a:blip>
          <a:stretch>
            <a:fillRect/>
          </a:stretch>
        </p:blipFill>
        <p:spPr>
          <a:xfrm>
            <a:off x="8605159" y="5380868"/>
            <a:ext cx="914400" cy="914400"/>
          </a:xfrm>
          <a:prstGeom prst="rect">
            <a:avLst/>
          </a:prstGeom>
        </p:spPr>
      </p:pic>
      <p:pic>
        <p:nvPicPr>
          <p:cNvPr id="14" name="Graphic 13" descr="Gears">
            <a:extLst>
              <a:ext uri="{FF2B5EF4-FFF2-40B4-BE49-F238E27FC236}">
                <a16:creationId xmlns:a16="http://schemas.microsoft.com/office/drawing/2014/main" xmlns="" id="{22C73391-8364-4F42-9594-E8F9D418645D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xmlns="" r:embed="rId15"/>
              </a:ext>
            </a:extLst>
          </a:blip>
          <a:stretch>
            <a:fillRect/>
          </a:stretch>
        </p:blipFill>
        <p:spPr>
          <a:xfrm>
            <a:off x="6896100" y="365125"/>
            <a:ext cx="1661060" cy="1316718"/>
          </a:xfrm>
          <a:prstGeom prst="rect">
            <a:avLst/>
          </a:prstGeom>
        </p:spPr>
      </p:pic>
      <p:pic>
        <p:nvPicPr>
          <p:cNvPr id="17" name="Graphic 16" descr="Angry face with solid fill">
            <a:extLst>
              <a:ext uri="{FF2B5EF4-FFF2-40B4-BE49-F238E27FC236}">
                <a16:creationId xmlns:a16="http://schemas.microsoft.com/office/drawing/2014/main" xmlns="" id="{90375668-0CA5-A744-B4BB-C3F66BA577A5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xmlns="" r:embed="rId17"/>
              </a:ext>
            </a:extLst>
          </a:blip>
          <a:stretch>
            <a:fillRect/>
          </a:stretch>
        </p:blipFill>
        <p:spPr>
          <a:xfrm>
            <a:off x="1758043" y="2332680"/>
            <a:ext cx="914400" cy="914400"/>
          </a:xfrm>
          <a:prstGeom prst="rect">
            <a:avLst/>
          </a:prstGeom>
        </p:spPr>
      </p:pic>
      <p:pic>
        <p:nvPicPr>
          <p:cNvPr id="19" name="Graphic 18" descr="Angry face with no fill">
            <a:extLst>
              <a:ext uri="{FF2B5EF4-FFF2-40B4-BE49-F238E27FC236}">
                <a16:creationId xmlns:a16="http://schemas.microsoft.com/office/drawing/2014/main" xmlns="" id="{45EFC4A8-87DC-EC44-9925-3B5C893868DA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xmlns="" r:embed="rId19"/>
              </a:ext>
            </a:extLst>
          </a:blip>
          <a:stretch>
            <a:fillRect/>
          </a:stretch>
        </p:blipFill>
        <p:spPr>
          <a:xfrm>
            <a:off x="2090058" y="2917560"/>
            <a:ext cx="914400" cy="914400"/>
          </a:xfrm>
          <a:prstGeom prst="rect">
            <a:avLst/>
          </a:prstGeom>
        </p:spPr>
      </p:pic>
      <p:pic>
        <p:nvPicPr>
          <p:cNvPr id="21" name="Graphic 20" descr="IV">
            <a:extLst>
              <a:ext uri="{FF2B5EF4-FFF2-40B4-BE49-F238E27FC236}">
                <a16:creationId xmlns:a16="http://schemas.microsoft.com/office/drawing/2014/main" xmlns="" id="{5471C2C0-729F-214D-937F-CD39A1BBED20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xmlns="" r:embed="rId21"/>
              </a:ext>
            </a:extLst>
          </a:blip>
          <a:stretch>
            <a:fillRect/>
          </a:stretch>
        </p:blipFill>
        <p:spPr>
          <a:xfrm>
            <a:off x="9221190" y="2311097"/>
            <a:ext cx="914400" cy="914400"/>
          </a:xfrm>
          <a:prstGeom prst="rect">
            <a:avLst/>
          </a:prstGeom>
        </p:spPr>
      </p:pic>
      <p:pic>
        <p:nvPicPr>
          <p:cNvPr id="23" name="Graphic 22" descr="Needle">
            <a:extLst>
              <a:ext uri="{FF2B5EF4-FFF2-40B4-BE49-F238E27FC236}">
                <a16:creationId xmlns:a16="http://schemas.microsoft.com/office/drawing/2014/main" xmlns="" id="{44C429C4-E907-5E4A-BF7C-330891A82578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xmlns="" r:embed="rId23"/>
              </a:ext>
            </a:extLst>
          </a:blip>
          <a:stretch>
            <a:fillRect/>
          </a:stretch>
        </p:blipFill>
        <p:spPr>
          <a:xfrm>
            <a:off x="9187542" y="2988696"/>
            <a:ext cx="914400" cy="914400"/>
          </a:xfrm>
          <a:prstGeom prst="rect">
            <a:avLst/>
          </a:prstGeom>
        </p:spPr>
      </p:pic>
      <p:pic>
        <p:nvPicPr>
          <p:cNvPr id="25" name="Graphic 24" descr="Hospital">
            <a:extLst>
              <a:ext uri="{FF2B5EF4-FFF2-40B4-BE49-F238E27FC236}">
                <a16:creationId xmlns:a16="http://schemas.microsoft.com/office/drawing/2014/main" xmlns="" id="{385664C6-6873-2F42-80F3-88294D8F7703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xmlns="" r:embed="rId25"/>
              </a:ext>
            </a:extLst>
          </a:blip>
          <a:stretch>
            <a:fillRect/>
          </a:stretch>
        </p:blipFill>
        <p:spPr>
          <a:xfrm>
            <a:off x="8889175" y="1665514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739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xmlns="" id="{9EA9027F-1033-0EED-3561-CF707F0040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2013" y="194786"/>
            <a:ext cx="11874295" cy="6266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700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9BF6DD9-F8A6-D8B4-AB03-AE2F43363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28764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Classification of Drug Eruptions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xmlns="" id="{29F369BB-A331-E0C7-AF20-F798E7B285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1063" y="769822"/>
            <a:ext cx="11349873" cy="5948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947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90805A9-1783-8B48-EA7B-A269C87BF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44656"/>
            <a:ext cx="10247722" cy="1097784"/>
          </a:xfrm>
        </p:spPr>
        <p:txBody>
          <a:bodyPr/>
          <a:lstStyle/>
          <a:p>
            <a:pPr algn="ctr"/>
            <a:r>
              <a:rPr lang="x-none" dirty="0"/>
              <a:t>Pathophysio</a:t>
            </a:r>
            <a:r>
              <a:rPr lang="en-US" dirty="0"/>
              <a:t>lo</a:t>
            </a:r>
            <a:r>
              <a:rPr lang="x-none" dirty="0"/>
              <a:t>gy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A44B636-E7A4-8079-0868-1A2CA8C139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664" y="688158"/>
            <a:ext cx="11952010" cy="6169842"/>
          </a:xfrm>
        </p:spPr>
        <p:txBody>
          <a:bodyPr>
            <a:normAutofit fontScale="85000" lnSpcReduction="20000"/>
          </a:bodyPr>
          <a:lstStyle/>
          <a:p>
            <a:pPr marL="0" indent="0" algn="ctr">
              <a:buNone/>
            </a:pPr>
            <a:r>
              <a:rPr lang="x-none" b="1" u="sng" dirty="0"/>
              <a:t>Immunologically mediated</a:t>
            </a:r>
          </a:p>
          <a:p>
            <a:r>
              <a:rPr lang="en-GB" dirty="0">
                <a:effectLst/>
              </a:rPr>
              <a:t>Type I - Immunoglobulin E (</a:t>
            </a:r>
            <a:r>
              <a:rPr lang="en-GB" dirty="0" err="1">
                <a:effectLst/>
              </a:rPr>
              <a:t>IgE</a:t>
            </a:r>
            <a:r>
              <a:rPr lang="en-GB" dirty="0">
                <a:effectLst/>
              </a:rPr>
              <a:t>)-dependent reactions</a:t>
            </a:r>
          </a:p>
          <a:p>
            <a:pPr lvl="1"/>
            <a:r>
              <a:rPr lang="en-GB" dirty="0">
                <a:effectLst/>
              </a:rPr>
              <a:t>urticaria, angioedema, and anaphylaxis</a:t>
            </a:r>
          </a:p>
          <a:p>
            <a:pPr lvl="1"/>
            <a:r>
              <a:rPr lang="en-GB" dirty="0"/>
              <a:t>Drugs: Quinine, salicylates, chlorpromazine, and </a:t>
            </a:r>
            <a:r>
              <a:rPr lang="en-GB" dirty="0" err="1"/>
              <a:t>sulfonamides</a:t>
            </a:r>
            <a:endParaRPr lang="en-GB" dirty="0"/>
          </a:p>
          <a:p>
            <a:pPr lvl="1"/>
            <a:endParaRPr lang="en-GB" dirty="0"/>
          </a:p>
          <a:p>
            <a:r>
              <a:rPr lang="en-GB" dirty="0">
                <a:effectLst/>
              </a:rPr>
              <a:t>Type II - Cytotoxic reactions </a:t>
            </a:r>
          </a:p>
          <a:p>
            <a:pPr lvl="1"/>
            <a:r>
              <a:rPr lang="en-GB" dirty="0" err="1">
                <a:effectLst/>
              </a:rPr>
              <a:t>hemolysis</a:t>
            </a:r>
            <a:r>
              <a:rPr lang="en-GB" dirty="0">
                <a:effectLst/>
              </a:rPr>
              <a:t> and purpura</a:t>
            </a:r>
          </a:p>
          <a:p>
            <a:pPr lvl="1"/>
            <a:r>
              <a:rPr lang="en-GB" dirty="0">
                <a:effectLst/>
              </a:rPr>
              <a:t>Drugs: </a:t>
            </a:r>
            <a:r>
              <a:rPr lang="en-GB" dirty="0"/>
              <a:t>Penicillin, cephalosporins, </a:t>
            </a:r>
            <a:r>
              <a:rPr lang="en-GB" dirty="0" err="1"/>
              <a:t>sulfonamides</a:t>
            </a:r>
            <a:r>
              <a:rPr lang="en-GB" dirty="0"/>
              <a:t>, and </a:t>
            </a:r>
            <a:r>
              <a:rPr lang="en-GB" dirty="0" err="1"/>
              <a:t>rifampin</a:t>
            </a:r>
            <a:endParaRPr lang="en-GB" dirty="0"/>
          </a:p>
          <a:p>
            <a:pPr marL="457200" lvl="1" indent="0">
              <a:buNone/>
            </a:pPr>
            <a:endParaRPr lang="en-GB" dirty="0">
              <a:effectLst/>
            </a:endParaRPr>
          </a:p>
          <a:p>
            <a:r>
              <a:rPr lang="en-GB" dirty="0">
                <a:effectLst/>
              </a:rPr>
              <a:t>Type III - Immune complex reactions</a:t>
            </a:r>
          </a:p>
          <a:p>
            <a:pPr lvl="1"/>
            <a:r>
              <a:rPr lang="en-GB" dirty="0">
                <a:effectLst/>
              </a:rPr>
              <a:t>Vasculitis</a:t>
            </a:r>
            <a:r>
              <a:rPr lang="en-GB" dirty="0"/>
              <a:t> and </a:t>
            </a:r>
            <a:r>
              <a:rPr lang="en-GB" dirty="0">
                <a:effectLst/>
              </a:rPr>
              <a:t>serum sickness</a:t>
            </a:r>
          </a:p>
          <a:p>
            <a:pPr lvl="1"/>
            <a:r>
              <a:rPr lang="en-GB" dirty="0"/>
              <a:t>Drugs: Quinine, salicylates, chlorpromazine, and </a:t>
            </a:r>
            <a:r>
              <a:rPr lang="en-GB" dirty="0" err="1"/>
              <a:t>sulfonamides</a:t>
            </a:r>
            <a:endParaRPr lang="en-GB" dirty="0">
              <a:effectLst/>
            </a:endParaRPr>
          </a:p>
          <a:p>
            <a:pPr lvl="1"/>
            <a:endParaRPr lang="en-GB" dirty="0">
              <a:effectLst/>
            </a:endParaRPr>
          </a:p>
          <a:p>
            <a:r>
              <a:rPr lang="en-GB" dirty="0">
                <a:effectLst/>
              </a:rPr>
              <a:t>Type IV - Delayed-type reactions with cell-mediated hypersensitivity</a:t>
            </a:r>
          </a:p>
          <a:p>
            <a:pPr lvl="1"/>
            <a:r>
              <a:rPr lang="en-GB" dirty="0">
                <a:effectLst/>
              </a:rPr>
              <a:t>contact dermatitis, </a:t>
            </a:r>
            <a:r>
              <a:rPr lang="en-GB" dirty="0" err="1">
                <a:effectLst/>
              </a:rPr>
              <a:t>exanthematous</a:t>
            </a:r>
            <a:r>
              <a:rPr lang="en-GB" dirty="0">
                <a:effectLst/>
              </a:rPr>
              <a:t> reactions, and photoallergic reactions</a:t>
            </a:r>
          </a:p>
          <a:p>
            <a:pPr lvl="1"/>
            <a:r>
              <a:rPr lang="en-GB" dirty="0"/>
              <a:t>Not dose-dependent</a:t>
            </a:r>
          </a:p>
          <a:p>
            <a:pPr lvl="1"/>
            <a:r>
              <a:rPr lang="en-GB" dirty="0"/>
              <a:t>Begins 7-20 days after the medication is started</a:t>
            </a:r>
          </a:p>
          <a:p>
            <a:pPr lvl="1"/>
            <a:r>
              <a:rPr lang="en-GB" dirty="0"/>
              <a:t>Involve blood or tissue eosinophilia</a:t>
            </a:r>
          </a:p>
          <a:p>
            <a:pPr lvl="1"/>
            <a:r>
              <a:rPr lang="en-GB" dirty="0"/>
              <a:t>Recurs if drugs chemically related to the causative agent are administered</a:t>
            </a:r>
            <a:endParaRPr lang="en-GB" dirty="0">
              <a:effectLst/>
            </a:endParaRPr>
          </a:p>
          <a:p>
            <a:pPr lvl="1"/>
            <a:endParaRPr lang="en-GB" dirty="0">
              <a:effectLst/>
            </a:endParaRPr>
          </a:p>
          <a:p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4100310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xmlns="" id="{67138463-A02F-649D-A369-4020EC9E3F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8491" y="216816"/>
            <a:ext cx="11935018" cy="610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16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xmlns="" id="{E4C0AFE5-332D-13E6-CF76-F80054220F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2311" y="269433"/>
            <a:ext cx="11807377" cy="6319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55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EA27B94-7A43-889F-038F-D883F5C5A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0048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x-none" dirty="0"/>
              <a:t>Pathophysio</a:t>
            </a:r>
            <a:r>
              <a:rPr lang="en-US" dirty="0"/>
              <a:t>lo</a:t>
            </a:r>
            <a:r>
              <a:rPr lang="x-none" dirty="0"/>
              <a:t>gy</a:t>
            </a:r>
            <a:r>
              <a:rPr lang="en-US" dirty="0"/>
              <a:t>…</a:t>
            </a:r>
            <a:endParaRPr lang="x-non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666476D-8136-73B9-A42E-55F54A0A8A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767" y="1125078"/>
            <a:ext cx="11538408" cy="5631747"/>
          </a:xfrm>
        </p:spPr>
        <p:txBody>
          <a:bodyPr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GB" sz="2800" b="1" u="sng" dirty="0"/>
              <a:t>N</a:t>
            </a:r>
            <a:r>
              <a:rPr lang="x-none" sz="2800" b="1" u="sng" dirty="0"/>
              <a:t>on-Immunologically Mediated</a:t>
            </a:r>
            <a:endParaRPr lang="en-US" b="1" u="sng" dirty="0"/>
          </a:p>
          <a:p>
            <a:r>
              <a:rPr lang="x-none" b="1" dirty="0"/>
              <a:t>Accummulation</a:t>
            </a:r>
          </a:p>
          <a:p>
            <a:pPr lvl="1"/>
            <a:r>
              <a:rPr lang="en-GB" dirty="0" err="1"/>
              <a:t>Eample</a:t>
            </a:r>
            <a:r>
              <a:rPr lang="en-GB" dirty="0"/>
              <a:t>: Argyria (blue-</a:t>
            </a:r>
            <a:r>
              <a:rPr lang="en-GB" dirty="0" err="1"/>
              <a:t>gray</a:t>
            </a:r>
            <a:r>
              <a:rPr lang="en-GB" dirty="0"/>
              <a:t> discoloration of skin and nails) observed with use of silver nitrate nasal sprays</a:t>
            </a:r>
          </a:p>
          <a:p>
            <a:r>
              <a:rPr lang="en-GB" b="1" dirty="0"/>
              <a:t>Adverse effects</a:t>
            </a:r>
          </a:p>
          <a:p>
            <a:pPr lvl="1"/>
            <a:r>
              <a:rPr lang="en-GB" dirty="0"/>
              <a:t>Normal but unwanted effects of a drug</a:t>
            </a:r>
          </a:p>
          <a:p>
            <a:pPr lvl="1"/>
            <a:r>
              <a:rPr lang="en-GB" dirty="0"/>
              <a:t>Example:</a:t>
            </a:r>
          </a:p>
          <a:p>
            <a:pPr lvl="2"/>
            <a:r>
              <a:rPr lang="en-GB" dirty="0"/>
              <a:t>Antimetabolite chemotherapeutic agents, such as cyclophosphamide, are associated with hair loss</a:t>
            </a:r>
          </a:p>
          <a:p>
            <a:pPr lvl="1"/>
            <a:endParaRPr lang="en-GB" sz="500" dirty="0"/>
          </a:p>
          <a:p>
            <a:r>
              <a:rPr lang="en-GB" b="1" dirty="0"/>
              <a:t>Idiosyncratic reactions</a:t>
            </a:r>
          </a:p>
          <a:p>
            <a:pPr lvl="1"/>
            <a:r>
              <a:rPr lang="en-GB" dirty="0"/>
              <a:t>Unpredictable and not explained by the pharmacologic properties of the drug</a:t>
            </a:r>
          </a:p>
          <a:p>
            <a:pPr lvl="1"/>
            <a:r>
              <a:rPr lang="en-GB" dirty="0"/>
              <a:t>Examples:</a:t>
            </a:r>
          </a:p>
          <a:p>
            <a:pPr lvl="2"/>
            <a:r>
              <a:rPr lang="en-GB" dirty="0"/>
              <a:t>Individual with infectious mononucleosis who develops a rash when given ampicillin</a:t>
            </a:r>
          </a:p>
          <a:p>
            <a:pPr lvl="2"/>
            <a:r>
              <a:rPr lang="en-GB" dirty="0"/>
              <a:t>Candidiasis frequently occurs with antibiotic therapy</a:t>
            </a:r>
          </a:p>
          <a:p>
            <a:pPr lvl="1"/>
            <a:endParaRPr lang="en-GB" sz="400" dirty="0"/>
          </a:p>
          <a:p>
            <a:r>
              <a:rPr lang="en-GB" b="1" dirty="0"/>
              <a:t>Intolerance</a:t>
            </a:r>
            <a:r>
              <a:rPr lang="en-GB" dirty="0"/>
              <a:t> </a:t>
            </a:r>
          </a:p>
          <a:p>
            <a:pPr lvl="1"/>
            <a:r>
              <a:rPr lang="en-GB" dirty="0"/>
              <a:t>Occurs in patients with altered metabolism </a:t>
            </a:r>
          </a:p>
          <a:p>
            <a:pPr lvl="1"/>
            <a:r>
              <a:rPr lang="en-GB" dirty="0"/>
              <a:t>Example: </a:t>
            </a:r>
          </a:p>
          <a:p>
            <a:pPr lvl="2"/>
            <a:r>
              <a:rPr lang="en-GB" dirty="0"/>
              <a:t>Individuals who are slow acetylators of the enzyme </a:t>
            </a:r>
            <a:r>
              <a:rPr lang="en-GB" i="1" dirty="0"/>
              <a:t>N</a:t>
            </a:r>
            <a:r>
              <a:rPr lang="en-GB" dirty="0"/>
              <a:t>-acetyltransferase are more likely than others to develop drug-induced lupus in response to procainamide</a:t>
            </a:r>
            <a:endParaRPr lang="x-none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endParaRPr lang="x-none" dirty="0"/>
          </a:p>
          <a:p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974629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5454F53-97B3-4F1C-42AE-1AAD21468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88640"/>
          </a:xfrm>
        </p:spPr>
        <p:txBody>
          <a:bodyPr/>
          <a:lstStyle/>
          <a:p>
            <a:pPr algn="ctr"/>
            <a:r>
              <a:rPr lang="x-none" dirty="0"/>
              <a:t>Diagnostic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00ACD45-BE98-F2F2-78C1-ABF9D15E1E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84083"/>
            <a:ext cx="10515600" cy="4351338"/>
          </a:xfrm>
        </p:spPr>
        <p:txBody>
          <a:bodyPr/>
          <a:lstStyle/>
          <a:p>
            <a:r>
              <a:rPr lang="x-none" dirty="0"/>
              <a:t>Medication history</a:t>
            </a:r>
          </a:p>
          <a:p>
            <a:r>
              <a:rPr lang="x-none" dirty="0"/>
              <a:t>Timing of initial drug adminstration and onset </a:t>
            </a:r>
            <a:r>
              <a:rPr lang="x-none"/>
              <a:t>of </a:t>
            </a:r>
            <a:r>
              <a:rPr lang="x-none" smtClean="0"/>
              <a:t>sym</a:t>
            </a:r>
            <a:r>
              <a:rPr lang="en-US" dirty="0" smtClean="0"/>
              <a:t>p</a:t>
            </a:r>
            <a:r>
              <a:rPr lang="x-none" smtClean="0"/>
              <a:t>toms</a:t>
            </a:r>
            <a:endParaRPr lang="x-none" dirty="0"/>
          </a:p>
          <a:p>
            <a:r>
              <a:rPr lang="x-none" dirty="0"/>
              <a:t>Types and distribution of the rash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3277D89B-78D9-8AF3-8397-57768884481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62" t="194" r="2081" b="18093"/>
          <a:stretch/>
        </p:blipFill>
        <p:spPr>
          <a:xfrm>
            <a:off x="263950" y="2645952"/>
            <a:ext cx="11830639" cy="3941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14795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4B52684-5E0B-C6BF-DBCC-802BDC72DA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7D83AB75-A7A8-48EE-E064-CE4DB151E3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15" y="192120"/>
            <a:ext cx="12003169" cy="6359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8058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xmlns="" id="{5985B19D-8C01-2639-8163-748774E142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992" y="179110"/>
            <a:ext cx="12104016" cy="6334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895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xmlns="" id="{78A07241-1745-7160-FAA7-80C6F1C859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9959" y="235670"/>
            <a:ext cx="12040928" cy="6447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210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xmlns="" id="{9E3E8A24-2360-D0DE-BDBD-6DD4C211F4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0521" y="236439"/>
            <a:ext cx="11972103" cy="6385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107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94F48AD-5E90-0EC8-2E5B-F01740E56B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95DBBA32-9350-16E2-D10F-F7ED49D2BE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7" y="195803"/>
            <a:ext cx="11964911" cy="6336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1745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799BDD8-A088-1567-FFAB-575F76C2D5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328B8DF0-8B66-03E7-E703-D0D6AA4B2B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294" y="492058"/>
            <a:ext cx="11953411" cy="6098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720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799BDD8-A088-1567-FFAB-575F76C2D5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EC8B2780-7423-CAD4-20FA-A8DFDA989C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79" y="276471"/>
            <a:ext cx="12044221" cy="6256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9958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xmlns="" id="{77057EA2-4B16-6068-2AB6-D07EF69352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4840" y="263950"/>
            <a:ext cx="12026945" cy="6080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8259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xmlns="" id="{96D51FA1-2D56-ADD5-9783-3A123F6816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7522" y="197960"/>
            <a:ext cx="11916955" cy="6372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0943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xmlns="" id="{600E1125-8221-D75C-E204-1A0B007425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3695" y="113122"/>
            <a:ext cx="12028188" cy="6485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817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9E9B865C-25D1-1702-5042-4A0E95F1A9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9422" y="203446"/>
            <a:ext cx="12017008" cy="6442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991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70087D3-D16C-6C9B-FF29-4CB8A887E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088" y="-332458"/>
            <a:ext cx="11613823" cy="1325563"/>
          </a:xfrm>
        </p:spPr>
        <p:txBody>
          <a:bodyPr/>
          <a:lstStyle/>
          <a:p>
            <a:r>
              <a:rPr lang="en-US" dirty="0"/>
              <a:t>Management of Simple vs Severe Drug Eruptions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xmlns="" id="{7E9A76B5-48DE-9655-32C2-DB161DC87A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6539" y="993104"/>
            <a:ext cx="11852636" cy="5662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8185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xmlns="" id="{10B910F4-F563-D3D1-431C-F9FEA8DA88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4150" y="91093"/>
            <a:ext cx="11983699" cy="6573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785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Treatment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These patients require immediate in-hospital management- ICU care </a:t>
            </a:r>
          </a:p>
          <a:p>
            <a:r>
              <a:rPr lang="en-US" dirty="0"/>
              <a:t>Early identification and withdrawal of the offending agent</a:t>
            </a:r>
          </a:p>
          <a:p>
            <a:r>
              <a:rPr lang="en-US" dirty="0"/>
              <a:t>Check for </a:t>
            </a:r>
            <a:r>
              <a:rPr lang="en-US" dirty="0" err="1"/>
              <a:t>Nikolsky</a:t>
            </a:r>
            <a:r>
              <a:rPr lang="en-US" dirty="0"/>
              <a:t> sign (If positive, progressive- corticosteroids)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BC57534C-05F0-BC4B-3420-D1B0B85AA0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5434" y="194789"/>
            <a:ext cx="12001131" cy="6422828"/>
          </a:xfrm>
        </p:spPr>
      </p:pic>
    </p:spTree>
    <p:extLst>
      <p:ext uri="{BB962C8B-B14F-4D97-AF65-F5344CB8AC3E}">
        <p14:creationId xmlns:p14="http://schemas.microsoft.com/office/powerpoint/2010/main" val="1714463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FBB6D21-5AED-9265-3612-29CBCCB82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Supportive care for SJS/TEN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96F1190-49BA-434B-CA48-B3A1CE1BE3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25458" y="1841304"/>
            <a:ext cx="5181600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Wound care</a:t>
            </a:r>
          </a:p>
          <a:p>
            <a:pPr lvl="1"/>
            <a:r>
              <a:rPr lang="en-US" dirty="0"/>
              <a:t>Non adherent nanocrystalline gauze materials (containing silver) used to cover the denuded skin</a:t>
            </a:r>
          </a:p>
          <a:p>
            <a:pPr lvl="1"/>
            <a:r>
              <a:rPr lang="en-US" dirty="0"/>
              <a:t>Debridement of exfoliating skin for necrotic plaque (saline water bath and antibiotic cream application)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Fluid and electrolyte management</a:t>
            </a:r>
          </a:p>
          <a:p>
            <a:pPr lvl="1"/>
            <a:r>
              <a:rPr lang="en-US" dirty="0"/>
              <a:t>Adequate hydration is important </a:t>
            </a:r>
          </a:p>
          <a:p>
            <a:pPr lvl="1"/>
            <a:r>
              <a:rPr lang="en-US" dirty="0"/>
              <a:t>Calculated with formula: 2 mL/kg of body weight x % of body skin area skin detachment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6B3AA4AC-59C9-8960-4C30-9154BCF197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15260" y="1841304"/>
            <a:ext cx="5181600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Nutritional support</a:t>
            </a:r>
          </a:p>
          <a:p>
            <a:pPr lvl="1"/>
            <a:r>
              <a:rPr lang="en-US" dirty="0"/>
              <a:t>Encourage Oral feeding</a:t>
            </a:r>
          </a:p>
          <a:p>
            <a:pPr lvl="1"/>
            <a:endParaRPr lang="en-US" dirty="0"/>
          </a:p>
          <a:p>
            <a:r>
              <a:rPr lang="en-US" dirty="0"/>
              <a:t>Albumin replacement</a:t>
            </a:r>
          </a:p>
          <a:p>
            <a:pPr marL="457200" lvl="1" indent="0">
              <a:buNone/>
            </a:pPr>
            <a:endParaRPr lang="en-US" sz="1700" dirty="0"/>
          </a:p>
          <a:p>
            <a:r>
              <a:rPr lang="en-US" dirty="0"/>
              <a:t>Pain control</a:t>
            </a:r>
          </a:p>
          <a:p>
            <a:pPr lvl="1"/>
            <a:r>
              <a:rPr lang="en-US" dirty="0"/>
              <a:t>Mild pain (intensity &lt;4) can be treated with nonopioid analgesics (</a:t>
            </a:r>
            <a:r>
              <a:rPr lang="en-US" dirty="0" err="1"/>
              <a:t>eg</a:t>
            </a:r>
            <a:r>
              <a:rPr lang="en-US" dirty="0"/>
              <a:t>: paracetamol/acetaminophen, ibuprofen)</a:t>
            </a:r>
          </a:p>
          <a:p>
            <a:pPr marL="457200" lvl="1" indent="0">
              <a:buNone/>
            </a:pPr>
            <a:endParaRPr lang="en-US" sz="1500" dirty="0"/>
          </a:p>
          <a:p>
            <a:pPr lvl="1"/>
            <a:r>
              <a:rPr lang="en-US" dirty="0"/>
              <a:t>For moderate to severe pain (≥4)- Opioids</a:t>
            </a:r>
          </a:p>
        </p:txBody>
      </p:sp>
    </p:spTree>
    <p:extLst>
      <p:ext uri="{BB962C8B-B14F-4D97-AF65-F5344CB8AC3E}">
        <p14:creationId xmlns:p14="http://schemas.microsoft.com/office/powerpoint/2010/main" val="2530934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FBB6D21-5AED-9265-3612-29CBCCB827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0601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Supportive care for SJS/TEN…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96F1190-49BA-434B-CA48-B3A1CE1BE3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25458" y="1563002"/>
            <a:ext cx="5713429" cy="4913212"/>
          </a:xfrm>
        </p:spPr>
        <p:txBody>
          <a:bodyPr>
            <a:normAutofit/>
          </a:bodyPr>
          <a:lstStyle/>
          <a:p>
            <a:r>
              <a:rPr lang="en-US" dirty="0"/>
              <a:t>Prevention and treatment of infections with systemic antibiotics are given routinely</a:t>
            </a:r>
          </a:p>
          <a:p>
            <a:endParaRPr lang="en-US" sz="1200" dirty="0"/>
          </a:p>
          <a:p>
            <a:r>
              <a:rPr lang="en-US" dirty="0"/>
              <a:t>Sterile handling and reverse-isolation  procedures are performed routinely</a:t>
            </a:r>
          </a:p>
          <a:p>
            <a:endParaRPr lang="en-US" sz="1400" dirty="0"/>
          </a:p>
          <a:p>
            <a:r>
              <a:rPr lang="en-US" dirty="0"/>
              <a:t>Repeated cultures of the skin, blood, catheters, gastric and urinary tubes should be obtained at 48-hour intervals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6B3AA4AC-59C9-8960-4C30-9154BCF197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15260" y="1841304"/>
            <a:ext cx="5181600" cy="4351338"/>
          </a:xfrm>
        </p:spPr>
        <p:txBody>
          <a:bodyPr>
            <a:normAutofit/>
          </a:bodyPr>
          <a:lstStyle/>
          <a:p>
            <a:r>
              <a:rPr lang="en-US" b="1" dirty="0"/>
              <a:t>Temperature management- </a:t>
            </a:r>
            <a:r>
              <a:rPr lang="en-US" dirty="0"/>
              <a:t>cover the patient to keep them warm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Mucosal involvement- </a:t>
            </a:r>
            <a:r>
              <a:rPr lang="en-US" dirty="0"/>
              <a:t>Healing process in this condition is slowed down thus increased chances of developing candida infections in mucosal surfaces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6427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xmlns="" id="{58448025-C57B-74F9-ED79-F04A99ADF1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988" y="247307"/>
            <a:ext cx="12038028" cy="6181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067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8C55D2B-D227-06F1-FC40-A3BCC31248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8BBBF6E0-CCFE-8132-A386-D3E0E286D6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995" y="531951"/>
            <a:ext cx="11862010" cy="6095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2156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xmlns="" id="{019C5905-7E33-06D6-4DA8-8FD95C7CCF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185" y="288286"/>
            <a:ext cx="12049630" cy="6281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468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E912683-E1BE-7C19-DFE5-A59D329F1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x-none" dirty="0"/>
              <a:t>Reference</a:t>
            </a:r>
            <a:r>
              <a:rPr lang="en-US" dirty="0"/>
              <a:t>s</a:t>
            </a:r>
            <a:r>
              <a:rPr lang="x-none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D4B4ABF-3D88-F3E3-A44E-374E66D0A9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1674"/>
            <a:ext cx="10515600" cy="4351338"/>
          </a:xfrm>
        </p:spPr>
        <p:txBody>
          <a:bodyPr>
            <a:normAutofit fontScale="77500" lnSpcReduction="20000"/>
          </a:bodyPr>
          <a:lstStyle/>
          <a:p>
            <a:r>
              <a:rPr lang="en-GB" dirty="0"/>
              <a:t>Kang S, </a:t>
            </a:r>
            <a:r>
              <a:rPr lang="en-GB" dirty="0" err="1"/>
              <a:t>Amagai</a:t>
            </a:r>
            <a:r>
              <a:rPr lang="en-GB" dirty="0"/>
              <a:t> M, Bruckner AL, </a:t>
            </a:r>
            <a:r>
              <a:rPr lang="en-GB" dirty="0" err="1"/>
              <a:t>Enk</a:t>
            </a:r>
            <a:r>
              <a:rPr lang="en-GB" dirty="0"/>
              <a:t> AH, Margolis DJ, McMichael AJ, et al., editors. Fitzpatrick’s Dermatology. 9th ed. New York: McGraw-Hill Education; 2019</a:t>
            </a:r>
          </a:p>
          <a:p>
            <a:r>
              <a:rPr lang="en-GB" dirty="0" err="1"/>
              <a:t>Bolognia</a:t>
            </a:r>
            <a:r>
              <a:rPr lang="en-GB" dirty="0"/>
              <a:t> JL, Schaffer JV, </a:t>
            </a:r>
            <a:r>
              <a:rPr lang="en-GB" dirty="0" err="1"/>
              <a:t>Cerroni</a:t>
            </a:r>
            <a:r>
              <a:rPr lang="en-GB" dirty="0"/>
              <a:t> L, editors. Dermatology. 5th ed. Philadelphia: Elsevier; 2024.</a:t>
            </a:r>
          </a:p>
          <a:p>
            <a:r>
              <a:rPr lang="en-GB" dirty="0"/>
              <a:t>Griffiths CEM, Barker J, </a:t>
            </a:r>
            <a:r>
              <a:rPr lang="en-GB" dirty="0" err="1"/>
              <a:t>Bleiker</a:t>
            </a:r>
            <a:r>
              <a:rPr lang="en-GB" dirty="0"/>
              <a:t> T, Chalmers R, Creamer D, editors. Rook’s Textbook of Dermatology. 10th ed. Hoboken (NJ): Wiley-Blackwell; 2024.</a:t>
            </a:r>
          </a:p>
          <a:p>
            <a:r>
              <a:rPr lang="en-GB" dirty="0" err="1"/>
              <a:t>Zuberbier</a:t>
            </a:r>
            <a:r>
              <a:rPr lang="en-GB" dirty="0"/>
              <a:t> T, Abdul </a:t>
            </a:r>
            <a:r>
              <a:rPr lang="en-GB" dirty="0" err="1"/>
              <a:t>Latiff</a:t>
            </a:r>
            <a:r>
              <a:rPr lang="en-GB" dirty="0"/>
              <a:t> AH, </a:t>
            </a:r>
            <a:r>
              <a:rPr lang="en-GB" dirty="0" err="1"/>
              <a:t>Abuzakouk</a:t>
            </a:r>
            <a:r>
              <a:rPr lang="en-GB" dirty="0"/>
              <a:t> M, Aquilina S, </a:t>
            </a:r>
            <a:r>
              <a:rPr lang="en-GB" dirty="0" err="1"/>
              <a:t>Asero</a:t>
            </a:r>
            <a:r>
              <a:rPr lang="en-GB" dirty="0"/>
              <a:t> R, Baker D, et al. The international guideline for the definition, classification, diagnosis and management of urticaria. Allergy. 2025;80(2):303-367.  </a:t>
            </a:r>
          </a:p>
          <a:p>
            <a:r>
              <a:rPr lang="en-GB" dirty="0"/>
              <a:t>Hall JC, Hall BJ, editors. Cutaneous Drug Eruptions: Diagnosis, Histopathology and Therapy. 1st ed. London: Springer; 2015. </a:t>
            </a:r>
          </a:p>
          <a:p>
            <a:r>
              <a:rPr lang="en-GB" dirty="0"/>
              <a:t> Creamer D, Walsh SA, </a:t>
            </a:r>
            <a:r>
              <a:rPr lang="en-GB" dirty="0" err="1"/>
              <a:t>Dziewulski</a:t>
            </a:r>
            <a:r>
              <a:rPr lang="en-GB" dirty="0"/>
              <a:t> P, Exton LS, Lee HY, Dart JKG, et al. British Association of Dermatologists guidelines for the management of people with chronic urticaria 2021. Br J Dermatol. 2022;186(3):399-411. </a:t>
            </a:r>
          </a:p>
        </p:txBody>
      </p:sp>
    </p:spTree>
    <p:extLst>
      <p:ext uri="{BB962C8B-B14F-4D97-AF65-F5344CB8AC3E}">
        <p14:creationId xmlns:p14="http://schemas.microsoft.com/office/powerpoint/2010/main" val="1950003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14834</TotalTime>
  <Words>1675</Words>
  <Application>Microsoft Office PowerPoint</Application>
  <PresentationFormat>Custom</PresentationFormat>
  <Paragraphs>351</Paragraphs>
  <Slides>65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65</vt:i4>
      </vt:variant>
    </vt:vector>
  </HeadingPairs>
  <TitlesOfParts>
    <vt:vector size="66" baseType="lpstr">
      <vt:lpstr>Office Theme</vt:lpstr>
      <vt:lpstr>Urticaria and Drug Eruptions</vt:lpstr>
      <vt:lpstr>Outline</vt:lpstr>
      <vt:lpstr>PowerPoint Presentation</vt:lpstr>
      <vt:lpstr>Introduction</vt:lpstr>
      <vt:lpstr>Introduction…</vt:lpstr>
      <vt:lpstr>Introduction…</vt:lpstr>
      <vt:lpstr>Epidemology</vt:lpstr>
      <vt:lpstr>Global Burden</vt:lpstr>
      <vt:lpstr>Africa</vt:lpstr>
      <vt:lpstr>Pathophysiology</vt:lpstr>
      <vt:lpstr>PowerPoint Presentation</vt:lpstr>
      <vt:lpstr>Clinical Presentation</vt:lpstr>
      <vt:lpstr>PowerPoint Presentation</vt:lpstr>
      <vt:lpstr>PowerPoint Presentation</vt:lpstr>
      <vt:lpstr>Wheals</vt:lpstr>
      <vt:lpstr>PowerPoint Presentation</vt:lpstr>
      <vt:lpstr>Perioral angioedema</vt:lpstr>
      <vt:lpstr>PowerPoint Presentation</vt:lpstr>
      <vt:lpstr>Classification of urticaria</vt:lpstr>
      <vt:lpstr>PowerPoint Presentation</vt:lpstr>
      <vt:lpstr>PowerPoint Presentation</vt:lpstr>
      <vt:lpstr>PowerPoint Presentation</vt:lpstr>
      <vt:lpstr>Diagnosis</vt:lpstr>
      <vt:lpstr>Diagnosis…</vt:lpstr>
      <vt:lpstr>Diagnosis…</vt:lpstr>
      <vt:lpstr>Treatment</vt:lpstr>
      <vt:lpstr>Treatment…</vt:lpstr>
      <vt:lpstr>Treatment…</vt:lpstr>
      <vt:lpstr>Role of Glucocorticoids &amp; Immunosuppressants </vt:lpstr>
      <vt:lpstr>Role of Glucocorticoids &amp; Immunosuppressants...</vt:lpstr>
      <vt:lpstr>PowerPoint Presentation</vt:lpstr>
      <vt:lpstr>PowerPoint Presentation</vt:lpstr>
      <vt:lpstr>PowerPoint Presentation</vt:lpstr>
      <vt:lpstr>Drug Eruptions</vt:lpstr>
      <vt:lpstr>PowerPoint Presentation</vt:lpstr>
      <vt:lpstr>Epidemiology</vt:lpstr>
      <vt:lpstr>PowerPoint Presentation</vt:lpstr>
      <vt:lpstr>PowerPoint Presentation</vt:lpstr>
      <vt:lpstr>Classification of Drug Eruptions</vt:lpstr>
      <vt:lpstr>Pathophysiology </vt:lpstr>
      <vt:lpstr>PowerPoint Presentation</vt:lpstr>
      <vt:lpstr>PowerPoint Presentation</vt:lpstr>
      <vt:lpstr>Pathophysiology…</vt:lpstr>
      <vt:lpstr>Diagnostic approach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Management of Simple vs Severe Drug Eruptions</vt:lpstr>
      <vt:lpstr>PowerPoint Presentation</vt:lpstr>
      <vt:lpstr>Treatment</vt:lpstr>
      <vt:lpstr>PowerPoint Presentation</vt:lpstr>
      <vt:lpstr>Supportive care for SJS/TEN</vt:lpstr>
      <vt:lpstr>Supportive care for SJS/TEN…</vt:lpstr>
      <vt:lpstr>PowerPoint Presentation</vt:lpstr>
      <vt:lpstr>PowerPoint Presentation</vt:lpstr>
      <vt:lpstr>PowerPoint Presentation</vt:lpstr>
      <vt:lpstr>References 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Drug Eruptions</dc:title>
  <dc:creator>stanley ndhlovu</dc:creator>
  <cp:lastModifiedBy>user</cp:lastModifiedBy>
  <cp:revision>56</cp:revision>
  <dcterms:created xsi:type="dcterms:W3CDTF">2025-07-04T12:42:36Z</dcterms:created>
  <dcterms:modified xsi:type="dcterms:W3CDTF">2026-07-10T13:48:12Z</dcterms:modified>
</cp:coreProperties>
</file>